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0" r:id="rId5"/>
    <p:sldId id="261" r:id="rId6"/>
    <p:sldId id="262" r:id="rId7"/>
    <p:sldId id="263" r:id="rId8"/>
    <p:sldId id="265" r:id="rId9"/>
    <p:sldId id="266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A8B7A-43CC-48A2-B3C1-6A8C0749B898}" v="19" dt="2026-04-05T21:33:17.3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00" d="100"/>
          <a:sy n="200" d="100"/>
        </p:scale>
        <p:origin x="-1836" y="-8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Aneng" userId="480cff8b6f993959" providerId="LiveId" clId="{DEC85ADC-069E-4A11-9BC9-7F9C575C49D2}"/>
    <pc:docChg chg="custSel addSld modSld">
      <pc:chgData name="Paul Aneng" userId="480cff8b6f993959" providerId="LiveId" clId="{DEC85ADC-069E-4A11-9BC9-7F9C575C49D2}" dt="2026-04-11T20:57:51.155" v="59" actId="26606"/>
      <pc:docMkLst>
        <pc:docMk/>
      </pc:docMkLst>
      <pc:sldChg chg="modSp mod">
        <pc:chgData name="Paul Aneng" userId="480cff8b6f993959" providerId="LiveId" clId="{DEC85ADC-069E-4A11-9BC9-7F9C575C49D2}" dt="2026-04-05T21:35:22.578" v="54" actId="20577"/>
        <pc:sldMkLst>
          <pc:docMk/>
          <pc:sldMk cId="0" sldId="266"/>
        </pc:sldMkLst>
        <pc:graphicFrameChg chg="mod modGraphic">
          <ac:chgData name="Paul Aneng" userId="480cff8b6f993959" providerId="LiveId" clId="{DEC85ADC-069E-4A11-9BC9-7F9C575C49D2}" dt="2026-04-05T21:35:22.578" v="54" actId="20577"/>
          <ac:graphicFrameMkLst>
            <pc:docMk/>
            <pc:sldMk cId="0" sldId="266"/>
            <ac:graphicFrameMk id="41" creationId="{ADCA1FD5-D484-B6F8-39B5-B8B5931A8D71}"/>
          </ac:graphicFrameMkLst>
        </pc:graphicFrameChg>
      </pc:sldChg>
      <pc:sldChg chg="addSp modSp new mod setBg">
        <pc:chgData name="Paul Aneng" userId="480cff8b6f993959" providerId="LiveId" clId="{DEC85ADC-069E-4A11-9BC9-7F9C575C49D2}" dt="2026-04-11T20:57:51.155" v="59" actId="26606"/>
        <pc:sldMkLst>
          <pc:docMk/>
          <pc:sldMk cId="1449686167" sldId="268"/>
        </pc:sldMkLst>
        <pc:spChg chg="add">
          <ac:chgData name="Paul Aneng" userId="480cff8b6f993959" providerId="LiveId" clId="{DEC85ADC-069E-4A11-9BC9-7F9C575C49D2}" dt="2026-04-11T20:57:51.155" v="59" actId="26606"/>
          <ac:spMkLst>
            <pc:docMk/>
            <pc:sldMk cId="1449686167" sldId="268"/>
            <ac:spMk id="8" creationId="{86FF76B9-219D-4469-AF87-0236D29032F1}"/>
          </ac:spMkLst>
        </pc:spChg>
        <pc:spChg chg="add">
          <ac:chgData name="Paul Aneng" userId="480cff8b6f993959" providerId="LiveId" clId="{DEC85ADC-069E-4A11-9BC9-7F9C575C49D2}" dt="2026-04-11T20:57:51.155" v="59" actId="26606"/>
          <ac:spMkLst>
            <pc:docMk/>
            <pc:sldMk cId="1449686167" sldId="268"/>
            <ac:spMk id="14" creationId="{2E80C965-DB6D-4F81-9E9E-B027384D0BD6}"/>
          </ac:spMkLst>
        </pc:spChg>
        <pc:spChg chg="add">
          <ac:chgData name="Paul Aneng" userId="480cff8b6f993959" providerId="LiveId" clId="{DEC85ADC-069E-4A11-9BC9-7F9C575C49D2}" dt="2026-04-11T20:57:51.155" v="59" actId="26606"/>
          <ac:spMkLst>
            <pc:docMk/>
            <pc:sldMk cId="1449686167" sldId="268"/>
            <ac:spMk id="16" creationId="{633C5E46-DAC5-4661-9C87-22B08E2A512F}"/>
          </ac:spMkLst>
        </pc:spChg>
        <pc:grpChg chg="add">
          <ac:chgData name="Paul Aneng" userId="480cff8b6f993959" providerId="LiveId" clId="{DEC85ADC-069E-4A11-9BC9-7F9C575C49D2}" dt="2026-04-11T20:57:51.155" v="59" actId="26606"/>
          <ac:grpSpMkLst>
            <pc:docMk/>
            <pc:sldMk cId="1449686167" sldId="268"/>
            <ac:grpSpMk id="10" creationId="{DB88BD78-87E1-424D-B479-C37D8E41B12E}"/>
          </ac:grpSpMkLst>
        </pc:grpChg>
        <pc:picChg chg="add mod">
          <ac:chgData name="Paul Aneng" userId="480cff8b6f993959" providerId="LiveId" clId="{DEC85ADC-069E-4A11-9BC9-7F9C575C49D2}" dt="2026-04-11T20:57:51.155" v="59" actId="26606"/>
          <ac:picMkLst>
            <pc:docMk/>
            <pc:sldMk cId="1449686167" sldId="268"/>
            <ac:picMk id="3" creationId="{945EF0C8-137A-1DF7-E357-757460C05E4A}"/>
          </ac:picMkLst>
        </pc:pic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8A21C7-21DE-43DA-8C27-EEBA62342518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2BA149C-73EA-4CEE-9558-9773E93E756B}">
      <dgm:prSet/>
      <dgm:spPr/>
      <dgm:t>
        <a:bodyPr/>
        <a:lstStyle/>
        <a:p>
          <a:r>
            <a:rPr lang="en-US" dirty="0"/>
            <a:t>Field-based sales reps engaging healthcare practitioners</a:t>
          </a:r>
        </a:p>
      </dgm:t>
    </dgm:pt>
    <dgm:pt modelId="{6F74AB78-C92E-4836-81DB-70E024F2FA94}" type="parTrans" cxnId="{1537E4AD-BD50-4ADB-97C4-89B4372F7CFD}">
      <dgm:prSet/>
      <dgm:spPr/>
      <dgm:t>
        <a:bodyPr/>
        <a:lstStyle/>
        <a:p>
          <a:endParaRPr lang="en-US"/>
        </a:p>
      </dgm:t>
    </dgm:pt>
    <dgm:pt modelId="{7D432658-E907-4138-AAF7-E6B416C1939F}" type="sibTrans" cxnId="{1537E4AD-BD50-4ADB-97C4-89B4372F7CFD}">
      <dgm:prSet/>
      <dgm:spPr/>
      <dgm:t>
        <a:bodyPr/>
        <a:lstStyle/>
        <a:p>
          <a:endParaRPr lang="en-US"/>
        </a:p>
      </dgm:t>
    </dgm:pt>
    <dgm:pt modelId="{7BD9BB9E-20C0-476B-A940-84AE652B4A46}">
      <dgm:prSet/>
      <dgm:spPr/>
      <dgm:t>
        <a:bodyPr/>
        <a:lstStyle/>
        <a:p>
          <a:r>
            <a:rPr lang="en-US" dirty="0"/>
            <a:t>Focus on product education, training, and relationship building</a:t>
          </a:r>
        </a:p>
      </dgm:t>
    </dgm:pt>
    <dgm:pt modelId="{280B5893-F236-42AE-9013-62B5A9338D30}" type="parTrans" cxnId="{D07ABE84-D391-4487-9D83-D70980C034B0}">
      <dgm:prSet/>
      <dgm:spPr/>
      <dgm:t>
        <a:bodyPr/>
        <a:lstStyle/>
        <a:p>
          <a:endParaRPr lang="en-US"/>
        </a:p>
      </dgm:t>
    </dgm:pt>
    <dgm:pt modelId="{F68F4D72-86EB-40DF-A1B2-B715047B8064}" type="sibTrans" cxnId="{D07ABE84-D391-4487-9D83-D70980C034B0}">
      <dgm:prSet/>
      <dgm:spPr/>
      <dgm:t>
        <a:bodyPr/>
        <a:lstStyle/>
        <a:p>
          <a:endParaRPr lang="en-US"/>
        </a:p>
      </dgm:t>
    </dgm:pt>
    <dgm:pt modelId="{B461090E-5BC3-4292-93E9-7000D41A07F8}">
      <dgm:prSet/>
      <dgm:spPr/>
      <dgm:t>
        <a:bodyPr/>
        <a:lstStyle/>
        <a:p>
          <a:r>
            <a:rPr lang="en-US" dirty="0"/>
            <a:t>Revenue driven by repeat orders and product adoption</a:t>
          </a:r>
        </a:p>
      </dgm:t>
    </dgm:pt>
    <dgm:pt modelId="{1454F396-5A3E-4C38-9C82-AB756B235AE3}" type="parTrans" cxnId="{2798415A-A394-4639-8811-E9F83E89D13C}">
      <dgm:prSet/>
      <dgm:spPr/>
      <dgm:t>
        <a:bodyPr/>
        <a:lstStyle/>
        <a:p>
          <a:endParaRPr lang="en-US"/>
        </a:p>
      </dgm:t>
    </dgm:pt>
    <dgm:pt modelId="{7B062D60-C59F-4AB5-8870-31D6CB4572FB}" type="sibTrans" cxnId="{2798415A-A394-4639-8811-E9F83E89D13C}">
      <dgm:prSet/>
      <dgm:spPr/>
      <dgm:t>
        <a:bodyPr/>
        <a:lstStyle/>
        <a:p>
          <a:endParaRPr lang="en-US"/>
        </a:p>
      </dgm:t>
    </dgm:pt>
    <dgm:pt modelId="{85F7376B-2A6C-47DB-BB5F-9C0D3BD0E534}">
      <dgm:prSet/>
      <dgm:spPr/>
      <dgm:t>
        <a:bodyPr/>
        <a:lstStyle/>
        <a:p>
          <a:r>
            <a:rPr lang="en-US" dirty="0"/>
            <a:t>Multi-channel engagement: in-person, virtual, eCommerce</a:t>
          </a:r>
        </a:p>
      </dgm:t>
    </dgm:pt>
    <dgm:pt modelId="{8D0E94DB-19B4-4009-BDC7-50A451FA16B8}" type="parTrans" cxnId="{E16849C3-16A4-4709-8B92-576F0982C5F6}">
      <dgm:prSet/>
      <dgm:spPr/>
      <dgm:t>
        <a:bodyPr/>
        <a:lstStyle/>
        <a:p>
          <a:endParaRPr lang="en-US"/>
        </a:p>
      </dgm:t>
    </dgm:pt>
    <dgm:pt modelId="{0489314A-F5EA-4B4E-90FF-201F58826743}" type="sibTrans" cxnId="{E16849C3-16A4-4709-8B92-576F0982C5F6}">
      <dgm:prSet/>
      <dgm:spPr/>
      <dgm:t>
        <a:bodyPr/>
        <a:lstStyle/>
        <a:p>
          <a:endParaRPr lang="en-US"/>
        </a:p>
      </dgm:t>
    </dgm:pt>
    <dgm:pt modelId="{5BC385DB-114E-49AA-B593-EA87DC8C03AF}" type="pres">
      <dgm:prSet presAssocID="{448A21C7-21DE-43DA-8C27-EEBA62342518}" presName="vert0" presStyleCnt="0">
        <dgm:presLayoutVars>
          <dgm:dir/>
          <dgm:animOne val="branch"/>
          <dgm:animLvl val="lvl"/>
        </dgm:presLayoutVars>
      </dgm:prSet>
      <dgm:spPr/>
    </dgm:pt>
    <dgm:pt modelId="{A8372FFB-B5B8-4437-8CB6-433D113007F2}" type="pres">
      <dgm:prSet presAssocID="{92BA149C-73EA-4CEE-9558-9773E93E756B}" presName="thickLine" presStyleLbl="alignNode1" presStyleIdx="0" presStyleCnt="4"/>
      <dgm:spPr/>
    </dgm:pt>
    <dgm:pt modelId="{4297FF6C-DD6B-4FB1-BF38-4F97BEDB7EDB}" type="pres">
      <dgm:prSet presAssocID="{92BA149C-73EA-4CEE-9558-9773E93E756B}" presName="horz1" presStyleCnt="0"/>
      <dgm:spPr/>
    </dgm:pt>
    <dgm:pt modelId="{588660D3-881A-4028-BD47-77DFAE2C182A}" type="pres">
      <dgm:prSet presAssocID="{92BA149C-73EA-4CEE-9558-9773E93E756B}" presName="tx1" presStyleLbl="revTx" presStyleIdx="0" presStyleCnt="4"/>
      <dgm:spPr/>
    </dgm:pt>
    <dgm:pt modelId="{3699498B-9219-44A5-A5C6-0BFBA63746F9}" type="pres">
      <dgm:prSet presAssocID="{92BA149C-73EA-4CEE-9558-9773E93E756B}" presName="vert1" presStyleCnt="0"/>
      <dgm:spPr/>
    </dgm:pt>
    <dgm:pt modelId="{1FBED0BE-86B5-4178-B671-731B86710537}" type="pres">
      <dgm:prSet presAssocID="{7BD9BB9E-20C0-476B-A940-84AE652B4A46}" presName="thickLine" presStyleLbl="alignNode1" presStyleIdx="1" presStyleCnt="4"/>
      <dgm:spPr/>
    </dgm:pt>
    <dgm:pt modelId="{5E4A9CB8-89AC-48AC-8C2B-396382B76F10}" type="pres">
      <dgm:prSet presAssocID="{7BD9BB9E-20C0-476B-A940-84AE652B4A46}" presName="horz1" presStyleCnt="0"/>
      <dgm:spPr/>
    </dgm:pt>
    <dgm:pt modelId="{9A1BC9C9-F584-47BA-8E97-3CCB36E36020}" type="pres">
      <dgm:prSet presAssocID="{7BD9BB9E-20C0-476B-A940-84AE652B4A46}" presName="tx1" presStyleLbl="revTx" presStyleIdx="1" presStyleCnt="4"/>
      <dgm:spPr/>
    </dgm:pt>
    <dgm:pt modelId="{B0ED3E55-ADFA-4DBF-A10A-626DE23016EB}" type="pres">
      <dgm:prSet presAssocID="{7BD9BB9E-20C0-476B-A940-84AE652B4A46}" presName="vert1" presStyleCnt="0"/>
      <dgm:spPr/>
    </dgm:pt>
    <dgm:pt modelId="{938A65C8-C25F-494A-8AD5-D16CC30ED073}" type="pres">
      <dgm:prSet presAssocID="{B461090E-5BC3-4292-93E9-7000D41A07F8}" presName="thickLine" presStyleLbl="alignNode1" presStyleIdx="2" presStyleCnt="4"/>
      <dgm:spPr/>
    </dgm:pt>
    <dgm:pt modelId="{E39BF51A-83F2-4786-B473-DC0E8DC921C8}" type="pres">
      <dgm:prSet presAssocID="{B461090E-5BC3-4292-93E9-7000D41A07F8}" presName="horz1" presStyleCnt="0"/>
      <dgm:spPr/>
    </dgm:pt>
    <dgm:pt modelId="{91619F08-1261-42B6-A1C4-750AF331970B}" type="pres">
      <dgm:prSet presAssocID="{B461090E-5BC3-4292-93E9-7000D41A07F8}" presName="tx1" presStyleLbl="revTx" presStyleIdx="2" presStyleCnt="4"/>
      <dgm:spPr/>
    </dgm:pt>
    <dgm:pt modelId="{48BC5D10-8EF1-41A0-AE37-B94991D73801}" type="pres">
      <dgm:prSet presAssocID="{B461090E-5BC3-4292-93E9-7000D41A07F8}" presName="vert1" presStyleCnt="0"/>
      <dgm:spPr/>
    </dgm:pt>
    <dgm:pt modelId="{3C6E658C-985D-45EB-B811-614F03A752A5}" type="pres">
      <dgm:prSet presAssocID="{85F7376B-2A6C-47DB-BB5F-9C0D3BD0E534}" presName="thickLine" presStyleLbl="alignNode1" presStyleIdx="3" presStyleCnt="4"/>
      <dgm:spPr/>
    </dgm:pt>
    <dgm:pt modelId="{EAE904B5-EDC5-4AC9-919D-70DDE59B3E34}" type="pres">
      <dgm:prSet presAssocID="{85F7376B-2A6C-47DB-BB5F-9C0D3BD0E534}" presName="horz1" presStyleCnt="0"/>
      <dgm:spPr/>
    </dgm:pt>
    <dgm:pt modelId="{F691A339-D222-41BF-AA1C-206E71D39663}" type="pres">
      <dgm:prSet presAssocID="{85F7376B-2A6C-47DB-BB5F-9C0D3BD0E534}" presName="tx1" presStyleLbl="revTx" presStyleIdx="3" presStyleCnt="4"/>
      <dgm:spPr/>
    </dgm:pt>
    <dgm:pt modelId="{9E77678A-107C-4FC5-9668-1083D894F149}" type="pres">
      <dgm:prSet presAssocID="{85F7376B-2A6C-47DB-BB5F-9C0D3BD0E534}" presName="vert1" presStyleCnt="0"/>
      <dgm:spPr/>
    </dgm:pt>
  </dgm:ptLst>
  <dgm:cxnLst>
    <dgm:cxn modelId="{8431902F-6CCA-4A38-900C-7C15A4049882}" type="presOf" srcId="{85F7376B-2A6C-47DB-BB5F-9C0D3BD0E534}" destId="{F691A339-D222-41BF-AA1C-206E71D39663}" srcOrd="0" destOrd="0" presId="urn:microsoft.com/office/officeart/2008/layout/LinedList"/>
    <dgm:cxn modelId="{C358543C-F3CD-4213-87E3-24C1DC27E725}" type="presOf" srcId="{7BD9BB9E-20C0-476B-A940-84AE652B4A46}" destId="{9A1BC9C9-F584-47BA-8E97-3CCB36E36020}" srcOrd="0" destOrd="0" presId="urn:microsoft.com/office/officeart/2008/layout/LinedList"/>
    <dgm:cxn modelId="{2798415A-A394-4639-8811-E9F83E89D13C}" srcId="{448A21C7-21DE-43DA-8C27-EEBA62342518}" destId="{B461090E-5BC3-4292-93E9-7000D41A07F8}" srcOrd="2" destOrd="0" parTransId="{1454F396-5A3E-4C38-9C82-AB756B235AE3}" sibTransId="{7B062D60-C59F-4AB5-8870-31D6CB4572FB}"/>
    <dgm:cxn modelId="{D07ABE84-D391-4487-9D83-D70980C034B0}" srcId="{448A21C7-21DE-43DA-8C27-EEBA62342518}" destId="{7BD9BB9E-20C0-476B-A940-84AE652B4A46}" srcOrd="1" destOrd="0" parTransId="{280B5893-F236-42AE-9013-62B5A9338D30}" sibTransId="{F68F4D72-86EB-40DF-A1B2-B715047B8064}"/>
    <dgm:cxn modelId="{1537E4AD-BD50-4ADB-97C4-89B4372F7CFD}" srcId="{448A21C7-21DE-43DA-8C27-EEBA62342518}" destId="{92BA149C-73EA-4CEE-9558-9773E93E756B}" srcOrd="0" destOrd="0" parTransId="{6F74AB78-C92E-4836-81DB-70E024F2FA94}" sibTransId="{7D432658-E907-4138-AAF7-E6B416C1939F}"/>
    <dgm:cxn modelId="{E16849C3-16A4-4709-8B92-576F0982C5F6}" srcId="{448A21C7-21DE-43DA-8C27-EEBA62342518}" destId="{85F7376B-2A6C-47DB-BB5F-9C0D3BD0E534}" srcOrd="3" destOrd="0" parTransId="{8D0E94DB-19B4-4009-BDC7-50A451FA16B8}" sibTransId="{0489314A-F5EA-4B4E-90FF-201F58826743}"/>
    <dgm:cxn modelId="{1B717CCC-48D2-412A-8817-91EDE1B6A402}" type="presOf" srcId="{448A21C7-21DE-43DA-8C27-EEBA62342518}" destId="{5BC385DB-114E-49AA-B593-EA87DC8C03AF}" srcOrd="0" destOrd="0" presId="urn:microsoft.com/office/officeart/2008/layout/LinedList"/>
    <dgm:cxn modelId="{BE364CCE-7410-4B4B-92E7-A3B2B34E153C}" type="presOf" srcId="{B461090E-5BC3-4292-93E9-7000D41A07F8}" destId="{91619F08-1261-42B6-A1C4-750AF331970B}" srcOrd="0" destOrd="0" presId="urn:microsoft.com/office/officeart/2008/layout/LinedList"/>
    <dgm:cxn modelId="{0286AEF8-DC29-45BE-8226-77C4CD763650}" type="presOf" srcId="{92BA149C-73EA-4CEE-9558-9773E93E756B}" destId="{588660D3-881A-4028-BD47-77DFAE2C182A}" srcOrd="0" destOrd="0" presId="urn:microsoft.com/office/officeart/2008/layout/LinedList"/>
    <dgm:cxn modelId="{9B83270B-4C95-4428-B915-A2A9F250ECFB}" type="presParOf" srcId="{5BC385DB-114E-49AA-B593-EA87DC8C03AF}" destId="{A8372FFB-B5B8-4437-8CB6-433D113007F2}" srcOrd="0" destOrd="0" presId="urn:microsoft.com/office/officeart/2008/layout/LinedList"/>
    <dgm:cxn modelId="{27ACA1B7-6CB9-45F1-ADA9-1DD4E41256D9}" type="presParOf" srcId="{5BC385DB-114E-49AA-B593-EA87DC8C03AF}" destId="{4297FF6C-DD6B-4FB1-BF38-4F97BEDB7EDB}" srcOrd="1" destOrd="0" presId="urn:microsoft.com/office/officeart/2008/layout/LinedList"/>
    <dgm:cxn modelId="{A4C297EB-1446-4BB3-9E3E-9889254CC0EB}" type="presParOf" srcId="{4297FF6C-DD6B-4FB1-BF38-4F97BEDB7EDB}" destId="{588660D3-881A-4028-BD47-77DFAE2C182A}" srcOrd="0" destOrd="0" presId="urn:microsoft.com/office/officeart/2008/layout/LinedList"/>
    <dgm:cxn modelId="{D270ADCC-611F-4B92-A350-B4919CD8F026}" type="presParOf" srcId="{4297FF6C-DD6B-4FB1-BF38-4F97BEDB7EDB}" destId="{3699498B-9219-44A5-A5C6-0BFBA63746F9}" srcOrd="1" destOrd="0" presId="urn:microsoft.com/office/officeart/2008/layout/LinedList"/>
    <dgm:cxn modelId="{EDA40516-87C5-463E-8633-2B5AA7362710}" type="presParOf" srcId="{5BC385DB-114E-49AA-B593-EA87DC8C03AF}" destId="{1FBED0BE-86B5-4178-B671-731B86710537}" srcOrd="2" destOrd="0" presId="urn:microsoft.com/office/officeart/2008/layout/LinedList"/>
    <dgm:cxn modelId="{3EE6C4F7-F7E6-4B48-A852-B5833900E003}" type="presParOf" srcId="{5BC385DB-114E-49AA-B593-EA87DC8C03AF}" destId="{5E4A9CB8-89AC-48AC-8C2B-396382B76F10}" srcOrd="3" destOrd="0" presId="urn:microsoft.com/office/officeart/2008/layout/LinedList"/>
    <dgm:cxn modelId="{DBEF6A5D-9D97-42A7-A61A-0DB10A878AD6}" type="presParOf" srcId="{5E4A9CB8-89AC-48AC-8C2B-396382B76F10}" destId="{9A1BC9C9-F584-47BA-8E97-3CCB36E36020}" srcOrd="0" destOrd="0" presId="urn:microsoft.com/office/officeart/2008/layout/LinedList"/>
    <dgm:cxn modelId="{7AF1E0BD-44C9-4856-93CA-8DD80B3A3EFB}" type="presParOf" srcId="{5E4A9CB8-89AC-48AC-8C2B-396382B76F10}" destId="{B0ED3E55-ADFA-4DBF-A10A-626DE23016EB}" srcOrd="1" destOrd="0" presId="urn:microsoft.com/office/officeart/2008/layout/LinedList"/>
    <dgm:cxn modelId="{AF4047E5-486A-4467-A1F0-6D754F2A395C}" type="presParOf" srcId="{5BC385DB-114E-49AA-B593-EA87DC8C03AF}" destId="{938A65C8-C25F-494A-8AD5-D16CC30ED073}" srcOrd="4" destOrd="0" presId="urn:microsoft.com/office/officeart/2008/layout/LinedList"/>
    <dgm:cxn modelId="{F8AF0B61-965C-488B-9468-C626A8E59118}" type="presParOf" srcId="{5BC385DB-114E-49AA-B593-EA87DC8C03AF}" destId="{E39BF51A-83F2-4786-B473-DC0E8DC921C8}" srcOrd="5" destOrd="0" presId="urn:microsoft.com/office/officeart/2008/layout/LinedList"/>
    <dgm:cxn modelId="{EB725398-43E6-4773-B3B7-16920922BB10}" type="presParOf" srcId="{E39BF51A-83F2-4786-B473-DC0E8DC921C8}" destId="{91619F08-1261-42B6-A1C4-750AF331970B}" srcOrd="0" destOrd="0" presId="urn:microsoft.com/office/officeart/2008/layout/LinedList"/>
    <dgm:cxn modelId="{102BBCDC-581F-43DE-A39F-65A72FA2476A}" type="presParOf" srcId="{E39BF51A-83F2-4786-B473-DC0E8DC921C8}" destId="{48BC5D10-8EF1-41A0-AE37-B94991D73801}" srcOrd="1" destOrd="0" presId="urn:microsoft.com/office/officeart/2008/layout/LinedList"/>
    <dgm:cxn modelId="{9CD0C72D-DB75-4712-9602-369C6DEB713A}" type="presParOf" srcId="{5BC385DB-114E-49AA-B593-EA87DC8C03AF}" destId="{3C6E658C-985D-45EB-B811-614F03A752A5}" srcOrd="6" destOrd="0" presId="urn:microsoft.com/office/officeart/2008/layout/LinedList"/>
    <dgm:cxn modelId="{912358D0-0B80-44B2-B16A-B0D8B303FAA5}" type="presParOf" srcId="{5BC385DB-114E-49AA-B593-EA87DC8C03AF}" destId="{EAE904B5-EDC5-4AC9-919D-70DDE59B3E34}" srcOrd="7" destOrd="0" presId="urn:microsoft.com/office/officeart/2008/layout/LinedList"/>
    <dgm:cxn modelId="{40182F6D-6BDB-48AA-981A-736705E362F5}" type="presParOf" srcId="{EAE904B5-EDC5-4AC9-919D-70DDE59B3E34}" destId="{F691A339-D222-41BF-AA1C-206E71D39663}" srcOrd="0" destOrd="0" presId="urn:microsoft.com/office/officeart/2008/layout/LinedList"/>
    <dgm:cxn modelId="{35FF71B7-F825-4D8D-B229-748D434EF6CD}" type="presParOf" srcId="{EAE904B5-EDC5-4AC9-919D-70DDE59B3E34}" destId="{9E77678A-107C-4FC5-9668-1083D894F14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D0F7C4-3DB0-4774-A548-566038417DF6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65B7E1-923D-4AE1-9680-6E95B30EED2A}">
      <dgm:prSet/>
      <dgm:spPr/>
      <dgm:t>
        <a:bodyPr/>
        <a:lstStyle/>
        <a:p>
          <a:r>
            <a:rPr lang="en-US" dirty="0"/>
            <a:t>Reps manually prepare for visits with limited insights</a:t>
          </a:r>
        </a:p>
      </dgm:t>
    </dgm:pt>
    <dgm:pt modelId="{21FD4DEA-36CD-4853-BDF0-BE1BFA6960F3}" type="parTrans" cxnId="{79BC60CF-DED9-41B7-94D7-438641A403CE}">
      <dgm:prSet/>
      <dgm:spPr/>
      <dgm:t>
        <a:bodyPr/>
        <a:lstStyle/>
        <a:p>
          <a:endParaRPr lang="en-US"/>
        </a:p>
      </dgm:t>
    </dgm:pt>
    <dgm:pt modelId="{7E8B8038-BC38-4DC8-B318-F44BF36F10C7}" type="sibTrans" cxnId="{79BC60CF-DED9-41B7-94D7-438641A403CE}">
      <dgm:prSet/>
      <dgm:spPr/>
      <dgm:t>
        <a:bodyPr/>
        <a:lstStyle/>
        <a:p>
          <a:endParaRPr lang="en-US"/>
        </a:p>
      </dgm:t>
    </dgm:pt>
    <dgm:pt modelId="{CA3153AA-89E3-41CA-8913-9E510C3F1E46}">
      <dgm:prSet/>
      <dgm:spPr/>
      <dgm:t>
        <a:bodyPr/>
        <a:lstStyle/>
        <a:p>
          <a:r>
            <a:rPr lang="en-US"/>
            <a:t>Sales data exists but is not easily actionable</a:t>
          </a:r>
        </a:p>
      </dgm:t>
    </dgm:pt>
    <dgm:pt modelId="{7AEE5ACB-8D4C-4554-A27D-6BD8BF7175A3}" type="parTrans" cxnId="{9D24D749-7539-4A91-BED0-75F3C87D479B}">
      <dgm:prSet/>
      <dgm:spPr/>
      <dgm:t>
        <a:bodyPr/>
        <a:lstStyle/>
        <a:p>
          <a:endParaRPr lang="en-US"/>
        </a:p>
      </dgm:t>
    </dgm:pt>
    <dgm:pt modelId="{6DAD098D-D065-475D-9CB8-5431663E1DFE}" type="sibTrans" cxnId="{9D24D749-7539-4A91-BED0-75F3C87D479B}">
      <dgm:prSet/>
      <dgm:spPr/>
      <dgm:t>
        <a:bodyPr/>
        <a:lstStyle/>
        <a:p>
          <a:endParaRPr lang="en-US"/>
        </a:p>
      </dgm:t>
    </dgm:pt>
    <dgm:pt modelId="{BD6B1EC4-DDE0-42AA-93F4-D58BC7DA4EA9}">
      <dgm:prSet/>
      <dgm:spPr/>
      <dgm:t>
        <a:bodyPr/>
        <a:lstStyle/>
        <a:p>
          <a:r>
            <a:rPr lang="en-US"/>
            <a:t>Engagements are logged but not standardized</a:t>
          </a:r>
        </a:p>
      </dgm:t>
    </dgm:pt>
    <dgm:pt modelId="{1480E739-F43B-465A-A76E-1C850DD5688E}" type="parTrans" cxnId="{C93D28D5-A84E-4CBE-AA31-BBAF0EB77B35}">
      <dgm:prSet/>
      <dgm:spPr/>
      <dgm:t>
        <a:bodyPr/>
        <a:lstStyle/>
        <a:p>
          <a:endParaRPr lang="en-US"/>
        </a:p>
      </dgm:t>
    </dgm:pt>
    <dgm:pt modelId="{21CF29DF-D38C-4330-91EC-02A3A7876B9A}" type="sibTrans" cxnId="{C93D28D5-A84E-4CBE-AA31-BBAF0EB77B35}">
      <dgm:prSet/>
      <dgm:spPr/>
      <dgm:t>
        <a:bodyPr/>
        <a:lstStyle/>
        <a:p>
          <a:endParaRPr lang="en-US"/>
        </a:p>
      </dgm:t>
    </dgm:pt>
    <dgm:pt modelId="{0D80BDEB-BB26-4137-B1C0-2DB515089B51}">
      <dgm:prSet/>
      <dgm:spPr/>
      <dgm:t>
        <a:bodyPr/>
        <a:lstStyle/>
        <a:p>
          <a:r>
            <a:rPr lang="en-US"/>
            <a:t>Follow-ups depend on rep memory</a:t>
          </a:r>
        </a:p>
      </dgm:t>
    </dgm:pt>
    <dgm:pt modelId="{673005B5-5EFA-443E-AC55-CE69A26BCB86}" type="parTrans" cxnId="{3A0701AA-D77F-4461-A011-A57F1B922C24}">
      <dgm:prSet/>
      <dgm:spPr/>
      <dgm:t>
        <a:bodyPr/>
        <a:lstStyle/>
        <a:p>
          <a:endParaRPr lang="en-US"/>
        </a:p>
      </dgm:t>
    </dgm:pt>
    <dgm:pt modelId="{D946F671-C694-4C1C-B0FA-ABC08EFF62DA}" type="sibTrans" cxnId="{3A0701AA-D77F-4461-A011-A57F1B922C24}">
      <dgm:prSet/>
      <dgm:spPr/>
      <dgm:t>
        <a:bodyPr/>
        <a:lstStyle/>
        <a:p>
          <a:endParaRPr lang="en-US"/>
        </a:p>
      </dgm:t>
    </dgm:pt>
    <dgm:pt modelId="{4C25B980-23CC-4017-8EA2-00858B806B04}">
      <dgm:prSet/>
      <dgm:spPr/>
      <dgm:t>
        <a:bodyPr/>
        <a:lstStyle/>
        <a:p>
          <a:r>
            <a:rPr lang="en-US" dirty="0"/>
            <a:t>Limited visibility into product adoption </a:t>
          </a:r>
          <a:r>
            <a:rPr lang="en-US" dirty="0" err="1"/>
            <a:t>opportunitie</a:t>
          </a:r>
          <a:endParaRPr lang="en-US" dirty="0"/>
        </a:p>
      </dgm:t>
    </dgm:pt>
    <dgm:pt modelId="{17116AB3-644C-449C-8088-1F9300BE8D19}" type="parTrans" cxnId="{C4582C38-7CD3-4E90-9754-EBEE9504E93C}">
      <dgm:prSet/>
      <dgm:spPr/>
      <dgm:t>
        <a:bodyPr/>
        <a:lstStyle/>
        <a:p>
          <a:endParaRPr lang="en-US"/>
        </a:p>
      </dgm:t>
    </dgm:pt>
    <dgm:pt modelId="{1AD46F14-D3B5-4D46-93D4-50171A093740}" type="sibTrans" cxnId="{C4582C38-7CD3-4E90-9754-EBEE9504E93C}">
      <dgm:prSet/>
      <dgm:spPr/>
      <dgm:t>
        <a:bodyPr/>
        <a:lstStyle/>
        <a:p>
          <a:endParaRPr lang="en-US"/>
        </a:p>
      </dgm:t>
    </dgm:pt>
    <dgm:pt modelId="{CB7CCE01-51BC-4593-B229-E2C429753E04}" type="pres">
      <dgm:prSet presAssocID="{38D0F7C4-3DB0-4774-A548-566038417DF6}" presName="outerComposite" presStyleCnt="0">
        <dgm:presLayoutVars>
          <dgm:chMax val="5"/>
          <dgm:dir/>
          <dgm:resizeHandles val="exact"/>
        </dgm:presLayoutVars>
      </dgm:prSet>
      <dgm:spPr/>
    </dgm:pt>
    <dgm:pt modelId="{B4106885-9429-4FFB-A079-82348AA8C88E}" type="pres">
      <dgm:prSet presAssocID="{38D0F7C4-3DB0-4774-A548-566038417DF6}" presName="dummyMaxCanvas" presStyleCnt="0">
        <dgm:presLayoutVars/>
      </dgm:prSet>
      <dgm:spPr/>
    </dgm:pt>
    <dgm:pt modelId="{0A36FD8D-B597-40A1-A69B-0BC2FA0CC1A6}" type="pres">
      <dgm:prSet presAssocID="{38D0F7C4-3DB0-4774-A548-566038417DF6}" presName="FiveNodes_1" presStyleLbl="node1" presStyleIdx="0" presStyleCnt="5">
        <dgm:presLayoutVars>
          <dgm:bulletEnabled val="1"/>
        </dgm:presLayoutVars>
      </dgm:prSet>
      <dgm:spPr/>
    </dgm:pt>
    <dgm:pt modelId="{A2729D22-C4CB-4FB1-9444-0021C6E6CEA7}" type="pres">
      <dgm:prSet presAssocID="{38D0F7C4-3DB0-4774-A548-566038417DF6}" presName="FiveNodes_2" presStyleLbl="node1" presStyleIdx="1" presStyleCnt="5">
        <dgm:presLayoutVars>
          <dgm:bulletEnabled val="1"/>
        </dgm:presLayoutVars>
      </dgm:prSet>
      <dgm:spPr/>
    </dgm:pt>
    <dgm:pt modelId="{13667C73-7166-4325-92F3-972CCB22527C}" type="pres">
      <dgm:prSet presAssocID="{38D0F7C4-3DB0-4774-A548-566038417DF6}" presName="FiveNodes_3" presStyleLbl="node1" presStyleIdx="2" presStyleCnt="5">
        <dgm:presLayoutVars>
          <dgm:bulletEnabled val="1"/>
        </dgm:presLayoutVars>
      </dgm:prSet>
      <dgm:spPr/>
    </dgm:pt>
    <dgm:pt modelId="{7A960C9E-BC66-486B-B6CA-96E94C018452}" type="pres">
      <dgm:prSet presAssocID="{38D0F7C4-3DB0-4774-A548-566038417DF6}" presName="FiveNodes_4" presStyleLbl="node1" presStyleIdx="3" presStyleCnt="5">
        <dgm:presLayoutVars>
          <dgm:bulletEnabled val="1"/>
        </dgm:presLayoutVars>
      </dgm:prSet>
      <dgm:spPr/>
    </dgm:pt>
    <dgm:pt modelId="{3A393CF2-FF93-4C46-A9D2-490E3E6B3C51}" type="pres">
      <dgm:prSet presAssocID="{38D0F7C4-3DB0-4774-A548-566038417DF6}" presName="FiveNodes_5" presStyleLbl="node1" presStyleIdx="4" presStyleCnt="5">
        <dgm:presLayoutVars>
          <dgm:bulletEnabled val="1"/>
        </dgm:presLayoutVars>
      </dgm:prSet>
      <dgm:spPr/>
    </dgm:pt>
    <dgm:pt modelId="{B1C6D7C6-D144-46EF-A0FE-BC70BC9BADD8}" type="pres">
      <dgm:prSet presAssocID="{38D0F7C4-3DB0-4774-A548-566038417DF6}" presName="FiveConn_1-2" presStyleLbl="fgAccFollowNode1" presStyleIdx="0" presStyleCnt="4">
        <dgm:presLayoutVars>
          <dgm:bulletEnabled val="1"/>
        </dgm:presLayoutVars>
      </dgm:prSet>
      <dgm:spPr/>
    </dgm:pt>
    <dgm:pt modelId="{BDB644B7-807B-475E-8C59-26DCC0200CAF}" type="pres">
      <dgm:prSet presAssocID="{38D0F7C4-3DB0-4774-A548-566038417DF6}" presName="FiveConn_2-3" presStyleLbl="fgAccFollowNode1" presStyleIdx="1" presStyleCnt="4">
        <dgm:presLayoutVars>
          <dgm:bulletEnabled val="1"/>
        </dgm:presLayoutVars>
      </dgm:prSet>
      <dgm:spPr/>
    </dgm:pt>
    <dgm:pt modelId="{F611471F-3D59-4203-94A8-DB76BC475A2F}" type="pres">
      <dgm:prSet presAssocID="{38D0F7C4-3DB0-4774-A548-566038417DF6}" presName="FiveConn_3-4" presStyleLbl="fgAccFollowNode1" presStyleIdx="2" presStyleCnt="4">
        <dgm:presLayoutVars>
          <dgm:bulletEnabled val="1"/>
        </dgm:presLayoutVars>
      </dgm:prSet>
      <dgm:spPr/>
    </dgm:pt>
    <dgm:pt modelId="{A1270515-D94E-4F2D-88B1-EE514080B70C}" type="pres">
      <dgm:prSet presAssocID="{38D0F7C4-3DB0-4774-A548-566038417DF6}" presName="FiveConn_4-5" presStyleLbl="fgAccFollowNode1" presStyleIdx="3" presStyleCnt="4">
        <dgm:presLayoutVars>
          <dgm:bulletEnabled val="1"/>
        </dgm:presLayoutVars>
      </dgm:prSet>
      <dgm:spPr/>
    </dgm:pt>
    <dgm:pt modelId="{45CE0C98-063F-44AE-9159-49870B9400C5}" type="pres">
      <dgm:prSet presAssocID="{38D0F7C4-3DB0-4774-A548-566038417DF6}" presName="FiveNodes_1_text" presStyleLbl="node1" presStyleIdx="4" presStyleCnt="5">
        <dgm:presLayoutVars>
          <dgm:bulletEnabled val="1"/>
        </dgm:presLayoutVars>
      </dgm:prSet>
      <dgm:spPr/>
    </dgm:pt>
    <dgm:pt modelId="{C847F108-B955-420D-960B-5BECCDFD6C7C}" type="pres">
      <dgm:prSet presAssocID="{38D0F7C4-3DB0-4774-A548-566038417DF6}" presName="FiveNodes_2_text" presStyleLbl="node1" presStyleIdx="4" presStyleCnt="5">
        <dgm:presLayoutVars>
          <dgm:bulletEnabled val="1"/>
        </dgm:presLayoutVars>
      </dgm:prSet>
      <dgm:spPr/>
    </dgm:pt>
    <dgm:pt modelId="{FF92CBFA-BB33-46D0-8A14-61DF252F5D04}" type="pres">
      <dgm:prSet presAssocID="{38D0F7C4-3DB0-4774-A548-566038417DF6}" presName="FiveNodes_3_text" presStyleLbl="node1" presStyleIdx="4" presStyleCnt="5">
        <dgm:presLayoutVars>
          <dgm:bulletEnabled val="1"/>
        </dgm:presLayoutVars>
      </dgm:prSet>
      <dgm:spPr/>
    </dgm:pt>
    <dgm:pt modelId="{CE8F0710-7D15-485F-A919-AFC748A2D3B0}" type="pres">
      <dgm:prSet presAssocID="{38D0F7C4-3DB0-4774-A548-566038417DF6}" presName="FiveNodes_4_text" presStyleLbl="node1" presStyleIdx="4" presStyleCnt="5">
        <dgm:presLayoutVars>
          <dgm:bulletEnabled val="1"/>
        </dgm:presLayoutVars>
      </dgm:prSet>
      <dgm:spPr/>
    </dgm:pt>
    <dgm:pt modelId="{8020FBF3-07C5-4671-9EBF-B6287BA4C5D4}" type="pres">
      <dgm:prSet presAssocID="{38D0F7C4-3DB0-4774-A548-566038417DF6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3D128F1B-E669-4C8C-A2A1-3C0F0416F390}" type="presOf" srcId="{D265B7E1-923D-4AE1-9680-6E95B30EED2A}" destId="{0A36FD8D-B597-40A1-A69B-0BC2FA0CC1A6}" srcOrd="0" destOrd="0" presId="urn:microsoft.com/office/officeart/2005/8/layout/vProcess5"/>
    <dgm:cxn modelId="{0A447F22-12DC-490B-866E-172690D7BFF5}" type="presOf" srcId="{0D80BDEB-BB26-4137-B1C0-2DB515089B51}" destId="{CE8F0710-7D15-485F-A919-AFC748A2D3B0}" srcOrd="1" destOrd="0" presId="urn:microsoft.com/office/officeart/2005/8/layout/vProcess5"/>
    <dgm:cxn modelId="{D70CCC33-DECD-4012-A0DA-6A42250EA423}" type="presOf" srcId="{D946F671-C694-4C1C-B0FA-ABC08EFF62DA}" destId="{A1270515-D94E-4F2D-88B1-EE514080B70C}" srcOrd="0" destOrd="0" presId="urn:microsoft.com/office/officeart/2005/8/layout/vProcess5"/>
    <dgm:cxn modelId="{C4582C38-7CD3-4E90-9754-EBEE9504E93C}" srcId="{38D0F7C4-3DB0-4774-A548-566038417DF6}" destId="{4C25B980-23CC-4017-8EA2-00858B806B04}" srcOrd="4" destOrd="0" parTransId="{17116AB3-644C-449C-8088-1F9300BE8D19}" sibTransId="{1AD46F14-D3B5-4D46-93D4-50171A093740}"/>
    <dgm:cxn modelId="{C43DD95B-D313-4CE7-9873-B1BF356B4496}" type="presOf" srcId="{CA3153AA-89E3-41CA-8913-9E510C3F1E46}" destId="{C847F108-B955-420D-960B-5BECCDFD6C7C}" srcOrd="1" destOrd="0" presId="urn:microsoft.com/office/officeart/2005/8/layout/vProcess5"/>
    <dgm:cxn modelId="{BF85F665-1F72-4487-B499-05B9375920AF}" type="presOf" srcId="{BD6B1EC4-DDE0-42AA-93F4-D58BC7DA4EA9}" destId="{13667C73-7166-4325-92F3-972CCB22527C}" srcOrd="0" destOrd="0" presId="urn:microsoft.com/office/officeart/2005/8/layout/vProcess5"/>
    <dgm:cxn modelId="{FD4BFC66-A976-40CE-9AEA-79B9881015EE}" type="presOf" srcId="{BD6B1EC4-DDE0-42AA-93F4-D58BC7DA4EA9}" destId="{FF92CBFA-BB33-46D0-8A14-61DF252F5D04}" srcOrd="1" destOrd="0" presId="urn:microsoft.com/office/officeart/2005/8/layout/vProcess5"/>
    <dgm:cxn modelId="{9D24D749-7539-4A91-BED0-75F3C87D479B}" srcId="{38D0F7C4-3DB0-4774-A548-566038417DF6}" destId="{CA3153AA-89E3-41CA-8913-9E510C3F1E46}" srcOrd="1" destOrd="0" parTransId="{7AEE5ACB-8D4C-4554-A27D-6BD8BF7175A3}" sibTransId="{6DAD098D-D065-475D-9CB8-5431663E1DFE}"/>
    <dgm:cxn modelId="{6410E771-9C4E-4346-A0E5-D3A1EF74DE0A}" type="presOf" srcId="{CA3153AA-89E3-41CA-8913-9E510C3F1E46}" destId="{A2729D22-C4CB-4FB1-9444-0021C6E6CEA7}" srcOrd="0" destOrd="0" presId="urn:microsoft.com/office/officeart/2005/8/layout/vProcess5"/>
    <dgm:cxn modelId="{E17B3B99-D864-4FD1-90A0-A87114A9BB1F}" type="presOf" srcId="{38D0F7C4-3DB0-4774-A548-566038417DF6}" destId="{CB7CCE01-51BC-4593-B229-E2C429753E04}" srcOrd="0" destOrd="0" presId="urn:microsoft.com/office/officeart/2005/8/layout/vProcess5"/>
    <dgm:cxn modelId="{9435609E-B580-48A1-9155-7440B7CD4672}" type="presOf" srcId="{6DAD098D-D065-475D-9CB8-5431663E1DFE}" destId="{BDB644B7-807B-475E-8C59-26DCC0200CAF}" srcOrd="0" destOrd="0" presId="urn:microsoft.com/office/officeart/2005/8/layout/vProcess5"/>
    <dgm:cxn modelId="{640DB09E-4842-4273-A2C4-2A29BF5B7515}" type="presOf" srcId="{21CF29DF-D38C-4330-91EC-02A3A7876B9A}" destId="{F611471F-3D59-4203-94A8-DB76BC475A2F}" srcOrd="0" destOrd="0" presId="urn:microsoft.com/office/officeart/2005/8/layout/vProcess5"/>
    <dgm:cxn modelId="{876D80A1-9244-4E27-B004-3655229E98D6}" type="presOf" srcId="{4C25B980-23CC-4017-8EA2-00858B806B04}" destId="{3A393CF2-FF93-4C46-A9D2-490E3E6B3C51}" srcOrd="0" destOrd="0" presId="urn:microsoft.com/office/officeart/2005/8/layout/vProcess5"/>
    <dgm:cxn modelId="{3A0701AA-D77F-4461-A011-A57F1B922C24}" srcId="{38D0F7C4-3DB0-4774-A548-566038417DF6}" destId="{0D80BDEB-BB26-4137-B1C0-2DB515089B51}" srcOrd="3" destOrd="0" parTransId="{673005B5-5EFA-443E-AC55-CE69A26BCB86}" sibTransId="{D946F671-C694-4C1C-B0FA-ABC08EFF62DA}"/>
    <dgm:cxn modelId="{D9B793AC-48C7-468D-B6CA-83DC11B77580}" type="presOf" srcId="{4C25B980-23CC-4017-8EA2-00858B806B04}" destId="{8020FBF3-07C5-4671-9EBF-B6287BA4C5D4}" srcOrd="1" destOrd="0" presId="urn:microsoft.com/office/officeart/2005/8/layout/vProcess5"/>
    <dgm:cxn modelId="{F9D26ABD-53D0-49A7-B0AC-9228FCFBBDB8}" type="presOf" srcId="{D265B7E1-923D-4AE1-9680-6E95B30EED2A}" destId="{45CE0C98-063F-44AE-9159-49870B9400C5}" srcOrd="1" destOrd="0" presId="urn:microsoft.com/office/officeart/2005/8/layout/vProcess5"/>
    <dgm:cxn modelId="{79BC60CF-DED9-41B7-94D7-438641A403CE}" srcId="{38D0F7C4-3DB0-4774-A548-566038417DF6}" destId="{D265B7E1-923D-4AE1-9680-6E95B30EED2A}" srcOrd="0" destOrd="0" parTransId="{21FD4DEA-36CD-4853-BDF0-BE1BFA6960F3}" sibTransId="{7E8B8038-BC38-4DC8-B318-F44BF36F10C7}"/>
    <dgm:cxn modelId="{762B53D2-0956-4CCE-A651-69F23A6F65DA}" type="presOf" srcId="{0D80BDEB-BB26-4137-B1C0-2DB515089B51}" destId="{7A960C9E-BC66-486B-B6CA-96E94C018452}" srcOrd="0" destOrd="0" presId="urn:microsoft.com/office/officeart/2005/8/layout/vProcess5"/>
    <dgm:cxn modelId="{C93D28D5-A84E-4CBE-AA31-BBAF0EB77B35}" srcId="{38D0F7C4-3DB0-4774-A548-566038417DF6}" destId="{BD6B1EC4-DDE0-42AA-93F4-D58BC7DA4EA9}" srcOrd="2" destOrd="0" parTransId="{1480E739-F43B-465A-A76E-1C850DD5688E}" sibTransId="{21CF29DF-D38C-4330-91EC-02A3A7876B9A}"/>
    <dgm:cxn modelId="{841F59F7-1C72-450C-AA33-75F6A93FB6AA}" type="presOf" srcId="{7E8B8038-BC38-4DC8-B318-F44BF36F10C7}" destId="{B1C6D7C6-D144-46EF-A0FE-BC70BC9BADD8}" srcOrd="0" destOrd="0" presId="urn:microsoft.com/office/officeart/2005/8/layout/vProcess5"/>
    <dgm:cxn modelId="{925C6FCB-3139-4380-B0D7-ADC31601DEC1}" type="presParOf" srcId="{CB7CCE01-51BC-4593-B229-E2C429753E04}" destId="{B4106885-9429-4FFB-A079-82348AA8C88E}" srcOrd="0" destOrd="0" presId="urn:microsoft.com/office/officeart/2005/8/layout/vProcess5"/>
    <dgm:cxn modelId="{A5494838-9257-4867-9292-93AB4DBF8E6F}" type="presParOf" srcId="{CB7CCE01-51BC-4593-B229-E2C429753E04}" destId="{0A36FD8D-B597-40A1-A69B-0BC2FA0CC1A6}" srcOrd="1" destOrd="0" presId="urn:microsoft.com/office/officeart/2005/8/layout/vProcess5"/>
    <dgm:cxn modelId="{B81CEF47-2D88-4DA2-92F1-C571762895AE}" type="presParOf" srcId="{CB7CCE01-51BC-4593-B229-E2C429753E04}" destId="{A2729D22-C4CB-4FB1-9444-0021C6E6CEA7}" srcOrd="2" destOrd="0" presId="urn:microsoft.com/office/officeart/2005/8/layout/vProcess5"/>
    <dgm:cxn modelId="{B58D8615-159A-4396-BC84-F5C82AB7F6D5}" type="presParOf" srcId="{CB7CCE01-51BC-4593-B229-E2C429753E04}" destId="{13667C73-7166-4325-92F3-972CCB22527C}" srcOrd="3" destOrd="0" presId="urn:microsoft.com/office/officeart/2005/8/layout/vProcess5"/>
    <dgm:cxn modelId="{A8CC882A-D0A0-4FC8-A653-9378759F7081}" type="presParOf" srcId="{CB7CCE01-51BC-4593-B229-E2C429753E04}" destId="{7A960C9E-BC66-486B-B6CA-96E94C018452}" srcOrd="4" destOrd="0" presId="urn:microsoft.com/office/officeart/2005/8/layout/vProcess5"/>
    <dgm:cxn modelId="{E607AAB4-5951-4792-A333-7D8901764B34}" type="presParOf" srcId="{CB7CCE01-51BC-4593-B229-E2C429753E04}" destId="{3A393CF2-FF93-4C46-A9D2-490E3E6B3C51}" srcOrd="5" destOrd="0" presId="urn:microsoft.com/office/officeart/2005/8/layout/vProcess5"/>
    <dgm:cxn modelId="{F62BC350-7ACE-413F-80F6-D08BDCFFADA9}" type="presParOf" srcId="{CB7CCE01-51BC-4593-B229-E2C429753E04}" destId="{B1C6D7C6-D144-46EF-A0FE-BC70BC9BADD8}" srcOrd="6" destOrd="0" presId="urn:microsoft.com/office/officeart/2005/8/layout/vProcess5"/>
    <dgm:cxn modelId="{06D88D7E-E080-4852-8B20-D3FE6B6F181B}" type="presParOf" srcId="{CB7CCE01-51BC-4593-B229-E2C429753E04}" destId="{BDB644B7-807B-475E-8C59-26DCC0200CAF}" srcOrd="7" destOrd="0" presId="urn:microsoft.com/office/officeart/2005/8/layout/vProcess5"/>
    <dgm:cxn modelId="{585579F0-A992-4E45-909E-5C643A187988}" type="presParOf" srcId="{CB7CCE01-51BC-4593-B229-E2C429753E04}" destId="{F611471F-3D59-4203-94A8-DB76BC475A2F}" srcOrd="8" destOrd="0" presId="urn:microsoft.com/office/officeart/2005/8/layout/vProcess5"/>
    <dgm:cxn modelId="{2F267292-E7CD-4DFB-BE00-6F42E727F992}" type="presParOf" srcId="{CB7CCE01-51BC-4593-B229-E2C429753E04}" destId="{A1270515-D94E-4F2D-88B1-EE514080B70C}" srcOrd="9" destOrd="0" presId="urn:microsoft.com/office/officeart/2005/8/layout/vProcess5"/>
    <dgm:cxn modelId="{C2480F7E-64E0-4405-88B3-F7E7A6209E91}" type="presParOf" srcId="{CB7CCE01-51BC-4593-B229-E2C429753E04}" destId="{45CE0C98-063F-44AE-9159-49870B9400C5}" srcOrd="10" destOrd="0" presId="urn:microsoft.com/office/officeart/2005/8/layout/vProcess5"/>
    <dgm:cxn modelId="{25F9BE92-3DB0-4740-96A6-4186ED101151}" type="presParOf" srcId="{CB7CCE01-51BC-4593-B229-E2C429753E04}" destId="{C847F108-B955-420D-960B-5BECCDFD6C7C}" srcOrd="11" destOrd="0" presId="urn:microsoft.com/office/officeart/2005/8/layout/vProcess5"/>
    <dgm:cxn modelId="{3D644EEB-2DE1-4EDC-891D-7C2050354935}" type="presParOf" srcId="{CB7CCE01-51BC-4593-B229-E2C429753E04}" destId="{FF92CBFA-BB33-46D0-8A14-61DF252F5D04}" srcOrd="12" destOrd="0" presId="urn:microsoft.com/office/officeart/2005/8/layout/vProcess5"/>
    <dgm:cxn modelId="{0EDDE99A-C34F-456A-B5D1-0BAA7A3C2E89}" type="presParOf" srcId="{CB7CCE01-51BC-4593-B229-E2C429753E04}" destId="{CE8F0710-7D15-485F-A919-AFC748A2D3B0}" srcOrd="13" destOrd="0" presId="urn:microsoft.com/office/officeart/2005/8/layout/vProcess5"/>
    <dgm:cxn modelId="{58E5F9E2-6EAF-4836-874C-E43A7EBF71B2}" type="presParOf" srcId="{CB7CCE01-51BC-4593-B229-E2C429753E04}" destId="{8020FBF3-07C5-4671-9EBF-B6287BA4C5D4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B298BF-DFE9-4ED7-9F5D-8F3CD164CA6A}" type="doc">
      <dgm:prSet loTypeId="urn:microsoft.com/office/officeart/2005/8/layout/vList2" loCatId="list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5847AC1-55EE-4346-918F-3C26027D39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AI-assisted selling embedded in Dynamics 365</a:t>
          </a:r>
        </a:p>
      </dgm:t>
    </dgm:pt>
    <dgm:pt modelId="{E6EB2931-A9EF-45F9-9C2B-A952FCB28303}" type="parTrans" cxnId="{D810A649-FDBF-49D1-A5A9-0A15490AA4E7}">
      <dgm:prSet/>
      <dgm:spPr/>
      <dgm:t>
        <a:bodyPr/>
        <a:lstStyle/>
        <a:p>
          <a:endParaRPr lang="en-US"/>
        </a:p>
      </dgm:t>
    </dgm:pt>
    <dgm:pt modelId="{55B94D69-C6FA-452D-AEBE-1FC91F0BCF0C}" type="sibTrans" cxnId="{D810A649-FDBF-49D1-A5A9-0A15490AA4E7}">
      <dgm:prSet/>
      <dgm:spPr/>
      <dgm:t>
        <a:bodyPr/>
        <a:lstStyle/>
        <a:p>
          <a:endParaRPr lang="en-US"/>
        </a:p>
      </dgm:t>
    </dgm:pt>
    <dgm:pt modelId="{59A8EA93-BB8C-4023-A917-321F1FFFF6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Reps guided at every stage (Prep → Engage → Close)</a:t>
          </a:r>
        </a:p>
      </dgm:t>
    </dgm:pt>
    <dgm:pt modelId="{5AA6D70C-BCC9-43AA-938A-CFCE39189674}" type="parTrans" cxnId="{DE807977-6946-4DF6-9502-893D670ED365}">
      <dgm:prSet/>
      <dgm:spPr/>
      <dgm:t>
        <a:bodyPr/>
        <a:lstStyle/>
        <a:p>
          <a:endParaRPr lang="en-US"/>
        </a:p>
      </dgm:t>
    </dgm:pt>
    <dgm:pt modelId="{E5BAF2F2-9F7F-455B-A654-E679F143CE88}" type="sibTrans" cxnId="{DE807977-6946-4DF6-9502-893D670ED365}">
      <dgm:prSet/>
      <dgm:spPr/>
      <dgm:t>
        <a:bodyPr/>
        <a:lstStyle/>
        <a:p>
          <a:endParaRPr lang="en-US"/>
        </a:p>
      </dgm:t>
    </dgm:pt>
    <dgm:pt modelId="{51EC7944-5096-4EE6-A061-D9A42A53BC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Automated insights from sales + eCommerce data</a:t>
          </a:r>
        </a:p>
      </dgm:t>
    </dgm:pt>
    <dgm:pt modelId="{C6F22A8D-FFD6-40FB-A35D-AE8639A9EE32}" type="parTrans" cxnId="{9142835B-B719-4101-B1E5-AAE4BAE68EF2}">
      <dgm:prSet/>
      <dgm:spPr/>
      <dgm:t>
        <a:bodyPr/>
        <a:lstStyle/>
        <a:p>
          <a:endParaRPr lang="en-US"/>
        </a:p>
      </dgm:t>
    </dgm:pt>
    <dgm:pt modelId="{DEA2AD30-5C47-4745-BBA1-2370910FE3FF}" type="sibTrans" cxnId="{9142835B-B719-4101-B1E5-AAE4BAE68EF2}">
      <dgm:prSet/>
      <dgm:spPr/>
      <dgm:t>
        <a:bodyPr/>
        <a:lstStyle/>
        <a:p>
          <a:endParaRPr lang="en-US"/>
        </a:p>
      </dgm:t>
    </dgm:pt>
    <dgm:pt modelId="{1BAF3DE1-AF33-49A2-A58F-7488D2D69A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Standardized engagement and follow-up process</a:t>
          </a:r>
        </a:p>
      </dgm:t>
    </dgm:pt>
    <dgm:pt modelId="{3804B3FF-5951-4F4E-A2E7-C89666D8811D}" type="parTrans" cxnId="{4020AF6C-5E9D-4863-B90B-5A2957C19E5E}">
      <dgm:prSet/>
      <dgm:spPr/>
      <dgm:t>
        <a:bodyPr/>
        <a:lstStyle/>
        <a:p>
          <a:endParaRPr lang="en-US"/>
        </a:p>
      </dgm:t>
    </dgm:pt>
    <dgm:pt modelId="{0E0EC2D2-AE3D-4468-9DC2-3662EF9D835B}" type="sibTrans" cxnId="{4020AF6C-5E9D-4863-B90B-5A2957C19E5E}">
      <dgm:prSet/>
      <dgm:spPr/>
      <dgm:t>
        <a:bodyPr/>
        <a:lstStyle/>
        <a:p>
          <a:endParaRPr lang="en-US"/>
        </a:p>
      </dgm:t>
    </dgm:pt>
    <dgm:pt modelId="{B76C6C2E-101B-47AF-8FED-A07C1151B5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CRM becomes a daily sales assistant</a:t>
          </a:r>
        </a:p>
      </dgm:t>
    </dgm:pt>
    <dgm:pt modelId="{2BD25039-E3B9-4AFB-94EF-76C0B3228AA1}" type="parTrans" cxnId="{70AC3BB6-562B-4E66-BF4A-8CF62F4EE18D}">
      <dgm:prSet/>
      <dgm:spPr/>
      <dgm:t>
        <a:bodyPr/>
        <a:lstStyle/>
        <a:p>
          <a:endParaRPr lang="en-US"/>
        </a:p>
      </dgm:t>
    </dgm:pt>
    <dgm:pt modelId="{BF27B579-ED26-4BA7-A781-DB62208BC4B5}" type="sibTrans" cxnId="{70AC3BB6-562B-4E66-BF4A-8CF62F4EE18D}">
      <dgm:prSet/>
      <dgm:spPr/>
      <dgm:t>
        <a:bodyPr/>
        <a:lstStyle/>
        <a:p>
          <a:endParaRPr lang="en-US"/>
        </a:p>
      </dgm:t>
    </dgm:pt>
    <dgm:pt modelId="{C49CC543-896E-448A-8BA4-8A9399B29572}" type="pres">
      <dgm:prSet presAssocID="{BFB298BF-DFE9-4ED7-9F5D-8F3CD164CA6A}" presName="linear" presStyleCnt="0">
        <dgm:presLayoutVars>
          <dgm:animLvl val="lvl"/>
          <dgm:resizeHandles val="exact"/>
        </dgm:presLayoutVars>
      </dgm:prSet>
      <dgm:spPr/>
    </dgm:pt>
    <dgm:pt modelId="{2C9F2A26-789A-4D9B-9E5C-5535719A8A46}" type="pres">
      <dgm:prSet presAssocID="{35847AC1-55EE-4346-918F-3C26027D39B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671C963-6597-418C-BF31-BE5DE85B46CB}" type="pres">
      <dgm:prSet presAssocID="{55B94D69-C6FA-452D-AEBE-1FC91F0BCF0C}" presName="spacer" presStyleCnt="0"/>
      <dgm:spPr/>
    </dgm:pt>
    <dgm:pt modelId="{76531B51-5BE7-4DD6-834C-C74EEDE53218}" type="pres">
      <dgm:prSet presAssocID="{59A8EA93-BB8C-4023-A917-321F1FFFF6A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2D30B3E-6499-45B1-9019-B1DEC3D44472}" type="pres">
      <dgm:prSet presAssocID="{E5BAF2F2-9F7F-455B-A654-E679F143CE88}" presName="spacer" presStyleCnt="0"/>
      <dgm:spPr/>
    </dgm:pt>
    <dgm:pt modelId="{74A8F5CE-4D36-447D-9904-2AA68DCD4D86}" type="pres">
      <dgm:prSet presAssocID="{51EC7944-5096-4EE6-A061-D9A42A53BC6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FEA7B99-FBA4-4F0B-8C33-0524CBA78787}" type="pres">
      <dgm:prSet presAssocID="{DEA2AD30-5C47-4745-BBA1-2370910FE3FF}" presName="spacer" presStyleCnt="0"/>
      <dgm:spPr/>
    </dgm:pt>
    <dgm:pt modelId="{14D5E364-8247-47A9-912D-73FF74D1BF34}" type="pres">
      <dgm:prSet presAssocID="{1BAF3DE1-AF33-49A2-A58F-7488D2D69A0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7E9943F-A486-463C-B13A-838494D51840}" type="pres">
      <dgm:prSet presAssocID="{0E0EC2D2-AE3D-4468-9DC2-3662EF9D835B}" presName="spacer" presStyleCnt="0"/>
      <dgm:spPr/>
    </dgm:pt>
    <dgm:pt modelId="{B21D73BD-3E39-4627-94C8-ABEB90B245A5}" type="pres">
      <dgm:prSet presAssocID="{B76C6C2E-101B-47AF-8FED-A07C1151B5B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0320938-B82A-4F88-9E18-2D5CA8C245E3}" type="presOf" srcId="{BFB298BF-DFE9-4ED7-9F5D-8F3CD164CA6A}" destId="{C49CC543-896E-448A-8BA4-8A9399B29572}" srcOrd="0" destOrd="0" presId="urn:microsoft.com/office/officeart/2005/8/layout/vList2"/>
    <dgm:cxn modelId="{1F588A3D-1D76-4AF9-A7D5-DD56376466CA}" type="presOf" srcId="{59A8EA93-BB8C-4023-A917-321F1FFFF6AB}" destId="{76531B51-5BE7-4DD6-834C-C74EEDE53218}" srcOrd="0" destOrd="0" presId="urn:microsoft.com/office/officeart/2005/8/layout/vList2"/>
    <dgm:cxn modelId="{9142835B-B719-4101-B1E5-AAE4BAE68EF2}" srcId="{BFB298BF-DFE9-4ED7-9F5D-8F3CD164CA6A}" destId="{51EC7944-5096-4EE6-A061-D9A42A53BC6B}" srcOrd="2" destOrd="0" parTransId="{C6F22A8D-FFD6-40FB-A35D-AE8639A9EE32}" sibTransId="{DEA2AD30-5C47-4745-BBA1-2370910FE3FF}"/>
    <dgm:cxn modelId="{D810A649-FDBF-49D1-A5A9-0A15490AA4E7}" srcId="{BFB298BF-DFE9-4ED7-9F5D-8F3CD164CA6A}" destId="{35847AC1-55EE-4346-918F-3C26027D39B5}" srcOrd="0" destOrd="0" parTransId="{E6EB2931-A9EF-45F9-9C2B-A952FCB28303}" sibTransId="{55B94D69-C6FA-452D-AEBE-1FC91F0BCF0C}"/>
    <dgm:cxn modelId="{4020AF6C-5E9D-4863-B90B-5A2957C19E5E}" srcId="{BFB298BF-DFE9-4ED7-9F5D-8F3CD164CA6A}" destId="{1BAF3DE1-AF33-49A2-A58F-7488D2D69A07}" srcOrd="3" destOrd="0" parTransId="{3804B3FF-5951-4F4E-A2E7-C89666D8811D}" sibTransId="{0E0EC2D2-AE3D-4468-9DC2-3662EF9D835B}"/>
    <dgm:cxn modelId="{DE807977-6946-4DF6-9502-893D670ED365}" srcId="{BFB298BF-DFE9-4ED7-9F5D-8F3CD164CA6A}" destId="{59A8EA93-BB8C-4023-A917-321F1FFFF6AB}" srcOrd="1" destOrd="0" parTransId="{5AA6D70C-BCC9-43AA-938A-CFCE39189674}" sibTransId="{E5BAF2F2-9F7F-455B-A654-E679F143CE88}"/>
    <dgm:cxn modelId="{F6A0F97E-753B-42F2-ABE2-3BC35F29A4F2}" type="presOf" srcId="{B76C6C2E-101B-47AF-8FED-A07C1151B5BD}" destId="{B21D73BD-3E39-4627-94C8-ABEB90B245A5}" srcOrd="0" destOrd="0" presId="urn:microsoft.com/office/officeart/2005/8/layout/vList2"/>
    <dgm:cxn modelId="{4735518E-0D51-4328-86C5-A395A6C552A5}" type="presOf" srcId="{1BAF3DE1-AF33-49A2-A58F-7488D2D69A07}" destId="{14D5E364-8247-47A9-912D-73FF74D1BF34}" srcOrd="0" destOrd="0" presId="urn:microsoft.com/office/officeart/2005/8/layout/vList2"/>
    <dgm:cxn modelId="{4831B39A-D534-4582-A94F-3013C6BD6F88}" type="presOf" srcId="{51EC7944-5096-4EE6-A061-D9A42A53BC6B}" destId="{74A8F5CE-4D36-447D-9904-2AA68DCD4D86}" srcOrd="0" destOrd="0" presId="urn:microsoft.com/office/officeart/2005/8/layout/vList2"/>
    <dgm:cxn modelId="{70AC3BB6-562B-4E66-BF4A-8CF62F4EE18D}" srcId="{BFB298BF-DFE9-4ED7-9F5D-8F3CD164CA6A}" destId="{B76C6C2E-101B-47AF-8FED-A07C1151B5BD}" srcOrd="4" destOrd="0" parTransId="{2BD25039-E3B9-4AFB-94EF-76C0B3228AA1}" sibTransId="{BF27B579-ED26-4BA7-A781-DB62208BC4B5}"/>
    <dgm:cxn modelId="{C776D8EA-21E2-41A8-A451-89B63016FF50}" type="presOf" srcId="{35847AC1-55EE-4346-918F-3C26027D39B5}" destId="{2C9F2A26-789A-4D9B-9E5C-5535719A8A46}" srcOrd="0" destOrd="0" presId="urn:microsoft.com/office/officeart/2005/8/layout/vList2"/>
    <dgm:cxn modelId="{2FEF137A-83F1-46C1-9AB5-83DE4D8819DD}" type="presParOf" srcId="{C49CC543-896E-448A-8BA4-8A9399B29572}" destId="{2C9F2A26-789A-4D9B-9E5C-5535719A8A46}" srcOrd="0" destOrd="0" presId="urn:microsoft.com/office/officeart/2005/8/layout/vList2"/>
    <dgm:cxn modelId="{AF651D81-1E3D-4365-B93A-4B5D9F36EAC8}" type="presParOf" srcId="{C49CC543-896E-448A-8BA4-8A9399B29572}" destId="{6671C963-6597-418C-BF31-BE5DE85B46CB}" srcOrd="1" destOrd="0" presId="urn:microsoft.com/office/officeart/2005/8/layout/vList2"/>
    <dgm:cxn modelId="{DBDAC235-5465-46BD-936D-AD83C1B684A0}" type="presParOf" srcId="{C49CC543-896E-448A-8BA4-8A9399B29572}" destId="{76531B51-5BE7-4DD6-834C-C74EEDE53218}" srcOrd="2" destOrd="0" presId="urn:microsoft.com/office/officeart/2005/8/layout/vList2"/>
    <dgm:cxn modelId="{9F1C88C9-E0B9-4129-8299-948A02EB7462}" type="presParOf" srcId="{C49CC543-896E-448A-8BA4-8A9399B29572}" destId="{82D30B3E-6499-45B1-9019-B1DEC3D44472}" srcOrd="3" destOrd="0" presId="urn:microsoft.com/office/officeart/2005/8/layout/vList2"/>
    <dgm:cxn modelId="{CABF9F8E-5F8A-4FBD-9699-2B3EBCFDF585}" type="presParOf" srcId="{C49CC543-896E-448A-8BA4-8A9399B29572}" destId="{74A8F5CE-4D36-447D-9904-2AA68DCD4D86}" srcOrd="4" destOrd="0" presId="urn:microsoft.com/office/officeart/2005/8/layout/vList2"/>
    <dgm:cxn modelId="{579CCC3C-2833-4A5F-9E30-E4E5AB9427A1}" type="presParOf" srcId="{C49CC543-896E-448A-8BA4-8A9399B29572}" destId="{3FEA7B99-FBA4-4F0B-8C33-0524CBA78787}" srcOrd="5" destOrd="0" presId="urn:microsoft.com/office/officeart/2005/8/layout/vList2"/>
    <dgm:cxn modelId="{0AA30EA5-D02B-438B-8FD7-C0A0098F8AC7}" type="presParOf" srcId="{C49CC543-896E-448A-8BA4-8A9399B29572}" destId="{14D5E364-8247-47A9-912D-73FF74D1BF34}" srcOrd="6" destOrd="0" presId="urn:microsoft.com/office/officeart/2005/8/layout/vList2"/>
    <dgm:cxn modelId="{4B250F9C-7D56-4F22-8363-A20CD938BDD5}" type="presParOf" srcId="{C49CC543-896E-448A-8BA4-8A9399B29572}" destId="{67E9943F-A486-463C-B13A-838494D51840}" srcOrd="7" destOrd="0" presId="urn:microsoft.com/office/officeart/2005/8/layout/vList2"/>
    <dgm:cxn modelId="{452B1BBC-71A5-4EB3-9213-A2954FCA0FD7}" type="presParOf" srcId="{C49CC543-896E-448A-8BA4-8A9399B29572}" destId="{B21D73BD-3E39-4627-94C8-ABEB90B245A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7A5CA8-90C6-41FB-902F-4BCA936B70C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59CBFCA-5A08-46EC-AE08-02D02AF2BE54}">
      <dgm:prSet/>
      <dgm:spPr/>
      <dgm:t>
        <a:bodyPr/>
        <a:lstStyle/>
        <a:p>
          <a:r>
            <a:rPr lang="en-US"/>
            <a:t>AI identifies best products to recommend</a:t>
          </a:r>
        </a:p>
      </dgm:t>
    </dgm:pt>
    <dgm:pt modelId="{69ACC830-1B9C-4B9E-94BA-09E2923EBD42}" type="parTrans" cxnId="{A12CA542-F358-481E-BAF4-A0912BD39E45}">
      <dgm:prSet/>
      <dgm:spPr/>
      <dgm:t>
        <a:bodyPr/>
        <a:lstStyle/>
        <a:p>
          <a:endParaRPr lang="en-US"/>
        </a:p>
      </dgm:t>
    </dgm:pt>
    <dgm:pt modelId="{ED45C4F6-0908-425C-B9B4-2D35F8ED5A01}" type="sibTrans" cxnId="{A12CA542-F358-481E-BAF4-A0912BD39E45}">
      <dgm:prSet/>
      <dgm:spPr/>
      <dgm:t>
        <a:bodyPr/>
        <a:lstStyle/>
        <a:p>
          <a:endParaRPr lang="en-US"/>
        </a:p>
      </dgm:t>
    </dgm:pt>
    <dgm:pt modelId="{CD605FF7-BEA9-46AB-829A-7A2299E3F9C0}">
      <dgm:prSet/>
      <dgm:spPr/>
      <dgm:t>
        <a:bodyPr/>
        <a:lstStyle/>
        <a:p>
          <a:r>
            <a:rPr lang="en-US"/>
            <a:t>Automated follow-ups created instantly</a:t>
          </a:r>
        </a:p>
      </dgm:t>
    </dgm:pt>
    <dgm:pt modelId="{3DFF8AE0-2662-44A6-9CA3-3F2902C54485}" type="parTrans" cxnId="{E984D884-177F-476C-A2BC-78F11049A114}">
      <dgm:prSet/>
      <dgm:spPr/>
      <dgm:t>
        <a:bodyPr/>
        <a:lstStyle/>
        <a:p>
          <a:endParaRPr lang="en-US"/>
        </a:p>
      </dgm:t>
    </dgm:pt>
    <dgm:pt modelId="{DC500CF8-31D3-445E-B740-7FD88BB1F5CE}" type="sibTrans" cxnId="{E984D884-177F-476C-A2BC-78F11049A114}">
      <dgm:prSet/>
      <dgm:spPr/>
      <dgm:t>
        <a:bodyPr/>
        <a:lstStyle/>
        <a:p>
          <a:endParaRPr lang="en-US"/>
        </a:p>
      </dgm:t>
    </dgm:pt>
    <dgm:pt modelId="{3D6CDFB0-2603-42C6-86CE-65427A33F9BC}">
      <dgm:prSet/>
      <dgm:spPr/>
      <dgm:t>
        <a:bodyPr/>
        <a:lstStyle/>
        <a:p>
          <a:r>
            <a:rPr lang="en-US"/>
            <a:t>Order triggers and eCommerce alignment</a:t>
          </a:r>
        </a:p>
      </dgm:t>
    </dgm:pt>
    <dgm:pt modelId="{5E4D74CA-56FE-4EE2-8A3E-AAC17F9FCCDD}" type="parTrans" cxnId="{76033624-4582-4852-AFE3-C2C1C24C5DBC}">
      <dgm:prSet/>
      <dgm:spPr/>
      <dgm:t>
        <a:bodyPr/>
        <a:lstStyle/>
        <a:p>
          <a:endParaRPr lang="en-US"/>
        </a:p>
      </dgm:t>
    </dgm:pt>
    <dgm:pt modelId="{CDE4C0E9-EB79-4499-9EB8-D31599ED60E6}" type="sibTrans" cxnId="{76033624-4582-4852-AFE3-C2C1C24C5DBC}">
      <dgm:prSet/>
      <dgm:spPr/>
      <dgm:t>
        <a:bodyPr/>
        <a:lstStyle/>
        <a:p>
          <a:endParaRPr lang="en-US"/>
        </a:p>
      </dgm:t>
    </dgm:pt>
    <dgm:pt modelId="{5B73C9A2-DF0B-49C5-A3A4-675930DBD4DA}">
      <dgm:prSet/>
      <dgm:spPr/>
      <dgm:t>
        <a:bodyPr/>
        <a:lstStyle/>
        <a:p>
          <a:r>
            <a:rPr lang="en-US"/>
            <a:t>Deal risk detection and alerts</a:t>
          </a:r>
        </a:p>
      </dgm:t>
    </dgm:pt>
    <dgm:pt modelId="{F2BD9D5B-D5A2-4F3D-BADD-9821ABA6CA70}" type="parTrans" cxnId="{22EAFA6A-DF2F-4416-AA49-BFC555D92FFC}">
      <dgm:prSet/>
      <dgm:spPr/>
      <dgm:t>
        <a:bodyPr/>
        <a:lstStyle/>
        <a:p>
          <a:endParaRPr lang="en-US"/>
        </a:p>
      </dgm:t>
    </dgm:pt>
    <dgm:pt modelId="{31F883B4-E850-440E-BF3E-D157EC702EB1}" type="sibTrans" cxnId="{22EAFA6A-DF2F-4416-AA49-BFC555D92FFC}">
      <dgm:prSet/>
      <dgm:spPr/>
      <dgm:t>
        <a:bodyPr/>
        <a:lstStyle/>
        <a:p>
          <a:endParaRPr lang="en-US"/>
        </a:p>
      </dgm:t>
    </dgm:pt>
    <dgm:pt modelId="{49BB9B32-783F-43A4-9020-DAF4F52CD6BD}">
      <dgm:prSet/>
      <dgm:spPr/>
      <dgm:t>
        <a:bodyPr/>
        <a:lstStyle/>
        <a:p>
          <a:r>
            <a:rPr lang="en-US"/>
            <a:t>Issue tracking and resolution workflows</a:t>
          </a:r>
        </a:p>
      </dgm:t>
    </dgm:pt>
    <dgm:pt modelId="{32CDFA15-32D2-4BE4-A6CA-812C7D0A5D41}" type="parTrans" cxnId="{51268A7D-BDE1-410D-8AD6-9B73BEC89AAF}">
      <dgm:prSet/>
      <dgm:spPr/>
      <dgm:t>
        <a:bodyPr/>
        <a:lstStyle/>
        <a:p>
          <a:endParaRPr lang="en-US"/>
        </a:p>
      </dgm:t>
    </dgm:pt>
    <dgm:pt modelId="{3FDC4995-630A-4B3E-BD68-A7526C653CBA}" type="sibTrans" cxnId="{51268A7D-BDE1-410D-8AD6-9B73BEC89AAF}">
      <dgm:prSet/>
      <dgm:spPr/>
      <dgm:t>
        <a:bodyPr/>
        <a:lstStyle/>
        <a:p>
          <a:endParaRPr lang="en-US"/>
        </a:p>
      </dgm:t>
    </dgm:pt>
    <dgm:pt modelId="{E96CB2B8-D6B1-4D1C-A683-8426D906843D}" type="pres">
      <dgm:prSet presAssocID="{B07A5CA8-90C6-41FB-902F-4BCA936B70C6}" presName="root" presStyleCnt="0">
        <dgm:presLayoutVars>
          <dgm:dir/>
          <dgm:resizeHandles val="exact"/>
        </dgm:presLayoutVars>
      </dgm:prSet>
      <dgm:spPr/>
    </dgm:pt>
    <dgm:pt modelId="{93FFC0FE-8E8D-4862-91DB-7078DAB6BDFD}" type="pres">
      <dgm:prSet presAssocID="{859CBFCA-5A08-46EC-AE08-02D02AF2BE54}" presName="compNode" presStyleCnt="0"/>
      <dgm:spPr/>
    </dgm:pt>
    <dgm:pt modelId="{84976491-6A36-40CC-AFFC-189644440DA6}" type="pres">
      <dgm:prSet presAssocID="{859CBFCA-5A08-46EC-AE08-02D02AF2BE54}" presName="bgRect" presStyleLbl="bgShp" presStyleIdx="0" presStyleCnt="5"/>
      <dgm:spPr/>
    </dgm:pt>
    <dgm:pt modelId="{51B57E58-D077-4AC6-BCCE-4C3A145D5D6E}" type="pres">
      <dgm:prSet presAssocID="{859CBFCA-5A08-46EC-AE08-02D02AF2BE54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12232EF-C3BB-4325-BF40-CF30DD18D4F2}" type="pres">
      <dgm:prSet presAssocID="{859CBFCA-5A08-46EC-AE08-02D02AF2BE54}" presName="spaceRect" presStyleCnt="0"/>
      <dgm:spPr/>
    </dgm:pt>
    <dgm:pt modelId="{F7070E35-73AC-476B-89F5-7C28DA3E300E}" type="pres">
      <dgm:prSet presAssocID="{859CBFCA-5A08-46EC-AE08-02D02AF2BE54}" presName="parTx" presStyleLbl="revTx" presStyleIdx="0" presStyleCnt="5">
        <dgm:presLayoutVars>
          <dgm:chMax val="0"/>
          <dgm:chPref val="0"/>
        </dgm:presLayoutVars>
      </dgm:prSet>
      <dgm:spPr/>
    </dgm:pt>
    <dgm:pt modelId="{64E4F1B3-3635-4996-9B2F-3C522292C43F}" type="pres">
      <dgm:prSet presAssocID="{ED45C4F6-0908-425C-B9B4-2D35F8ED5A01}" presName="sibTrans" presStyleCnt="0"/>
      <dgm:spPr/>
    </dgm:pt>
    <dgm:pt modelId="{C37B207A-FEC9-4F06-A334-2C92116FDF4C}" type="pres">
      <dgm:prSet presAssocID="{CD605FF7-BEA9-46AB-829A-7A2299E3F9C0}" presName="compNode" presStyleCnt="0"/>
      <dgm:spPr/>
    </dgm:pt>
    <dgm:pt modelId="{0A7533B1-E25E-4759-BB92-926EE3C57CEA}" type="pres">
      <dgm:prSet presAssocID="{CD605FF7-BEA9-46AB-829A-7A2299E3F9C0}" presName="bgRect" presStyleLbl="bgShp" presStyleIdx="1" presStyleCnt="5"/>
      <dgm:spPr/>
    </dgm:pt>
    <dgm:pt modelId="{106CDCDB-860C-4516-8027-C6C4DF8F4DFC}" type="pres">
      <dgm:prSet presAssocID="{CD605FF7-BEA9-46AB-829A-7A2299E3F9C0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CC534CD8-DE9C-4693-8690-57FE1CBDC7FD}" type="pres">
      <dgm:prSet presAssocID="{CD605FF7-BEA9-46AB-829A-7A2299E3F9C0}" presName="spaceRect" presStyleCnt="0"/>
      <dgm:spPr/>
    </dgm:pt>
    <dgm:pt modelId="{5431E200-57FA-4D12-9920-23FFC8DC13C7}" type="pres">
      <dgm:prSet presAssocID="{CD605FF7-BEA9-46AB-829A-7A2299E3F9C0}" presName="parTx" presStyleLbl="revTx" presStyleIdx="1" presStyleCnt="5">
        <dgm:presLayoutVars>
          <dgm:chMax val="0"/>
          <dgm:chPref val="0"/>
        </dgm:presLayoutVars>
      </dgm:prSet>
      <dgm:spPr/>
    </dgm:pt>
    <dgm:pt modelId="{BF145929-92E7-4620-9064-7B5CC1F93970}" type="pres">
      <dgm:prSet presAssocID="{DC500CF8-31D3-445E-B740-7FD88BB1F5CE}" presName="sibTrans" presStyleCnt="0"/>
      <dgm:spPr/>
    </dgm:pt>
    <dgm:pt modelId="{55FF468D-179A-45A4-87DE-533FC3F231C7}" type="pres">
      <dgm:prSet presAssocID="{3D6CDFB0-2603-42C6-86CE-65427A33F9BC}" presName="compNode" presStyleCnt="0"/>
      <dgm:spPr/>
    </dgm:pt>
    <dgm:pt modelId="{E0A0304E-B8E4-4D95-9F42-BC218CEA33AE}" type="pres">
      <dgm:prSet presAssocID="{3D6CDFB0-2603-42C6-86CE-65427A33F9BC}" presName="bgRect" presStyleLbl="bgShp" presStyleIdx="2" presStyleCnt="5"/>
      <dgm:spPr/>
    </dgm:pt>
    <dgm:pt modelId="{CA647F45-46BE-4C83-ADB3-52952CC035D3}" type="pres">
      <dgm:prSet presAssocID="{3D6CDFB0-2603-42C6-86CE-65427A33F9BC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F2316207-8DC5-41AD-A0D2-3BC3B2FAE32C}" type="pres">
      <dgm:prSet presAssocID="{3D6CDFB0-2603-42C6-86CE-65427A33F9BC}" presName="spaceRect" presStyleCnt="0"/>
      <dgm:spPr/>
    </dgm:pt>
    <dgm:pt modelId="{5BB0F687-C676-4311-B6FB-C4ACC6A8A836}" type="pres">
      <dgm:prSet presAssocID="{3D6CDFB0-2603-42C6-86CE-65427A33F9BC}" presName="parTx" presStyleLbl="revTx" presStyleIdx="2" presStyleCnt="5">
        <dgm:presLayoutVars>
          <dgm:chMax val="0"/>
          <dgm:chPref val="0"/>
        </dgm:presLayoutVars>
      </dgm:prSet>
      <dgm:spPr/>
    </dgm:pt>
    <dgm:pt modelId="{3534DC2C-8341-48C6-8DBB-C1EE0F165AFF}" type="pres">
      <dgm:prSet presAssocID="{CDE4C0E9-EB79-4499-9EB8-D31599ED60E6}" presName="sibTrans" presStyleCnt="0"/>
      <dgm:spPr/>
    </dgm:pt>
    <dgm:pt modelId="{F0CDC6A2-479B-4BBF-980E-CE61DDB96545}" type="pres">
      <dgm:prSet presAssocID="{5B73C9A2-DF0B-49C5-A3A4-675930DBD4DA}" presName="compNode" presStyleCnt="0"/>
      <dgm:spPr/>
    </dgm:pt>
    <dgm:pt modelId="{8D5BCC2B-4EE0-47A7-8342-5BD656EE8B15}" type="pres">
      <dgm:prSet presAssocID="{5B73C9A2-DF0B-49C5-A3A4-675930DBD4DA}" presName="bgRect" presStyleLbl="bgShp" presStyleIdx="3" presStyleCnt="5"/>
      <dgm:spPr/>
    </dgm:pt>
    <dgm:pt modelId="{0DDA66DF-256D-4EE2-93E8-9430F9790D43}" type="pres">
      <dgm:prSet presAssocID="{5B73C9A2-DF0B-49C5-A3A4-675930DBD4DA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388881B-6CF3-4793-AF5A-C2A9E96E7D79}" type="pres">
      <dgm:prSet presAssocID="{5B73C9A2-DF0B-49C5-A3A4-675930DBD4DA}" presName="spaceRect" presStyleCnt="0"/>
      <dgm:spPr/>
    </dgm:pt>
    <dgm:pt modelId="{90518699-7583-4F91-9862-8FE31D5DB91D}" type="pres">
      <dgm:prSet presAssocID="{5B73C9A2-DF0B-49C5-A3A4-675930DBD4DA}" presName="parTx" presStyleLbl="revTx" presStyleIdx="3" presStyleCnt="5">
        <dgm:presLayoutVars>
          <dgm:chMax val="0"/>
          <dgm:chPref val="0"/>
        </dgm:presLayoutVars>
      </dgm:prSet>
      <dgm:spPr/>
    </dgm:pt>
    <dgm:pt modelId="{BB4C89E5-BF6C-4688-8BB9-698B8545549A}" type="pres">
      <dgm:prSet presAssocID="{31F883B4-E850-440E-BF3E-D157EC702EB1}" presName="sibTrans" presStyleCnt="0"/>
      <dgm:spPr/>
    </dgm:pt>
    <dgm:pt modelId="{451A7A6B-65ED-4970-9A37-85F333F3BDBD}" type="pres">
      <dgm:prSet presAssocID="{49BB9B32-783F-43A4-9020-DAF4F52CD6BD}" presName="compNode" presStyleCnt="0"/>
      <dgm:spPr/>
    </dgm:pt>
    <dgm:pt modelId="{41AAE30E-52A6-4D28-B8C4-B99358FD1A67}" type="pres">
      <dgm:prSet presAssocID="{49BB9B32-783F-43A4-9020-DAF4F52CD6BD}" presName="bgRect" presStyleLbl="bgShp" presStyleIdx="4" presStyleCnt="5"/>
      <dgm:spPr/>
    </dgm:pt>
    <dgm:pt modelId="{7E529EFB-7F3C-47D1-9558-10D7FB488761}" type="pres">
      <dgm:prSet presAssocID="{49BB9B32-783F-43A4-9020-DAF4F52CD6B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A3FF7FB-9620-461B-963A-13DE06E9CFB7}" type="pres">
      <dgm:prSet presAssocID="{49BB9B32-783F-43A4-9020-DAF4F52CD6BD}" presName="spaceRect" presStyleCnt="0"/>
      <dgm:spPr/>
    </dgm:pt>
    <dgm:pt modelId="{1B6E4A67-5E6C-4E00-85BF-342D92FF7C7F}" type="pres">
      <dgm:prSet presAssocID="{49BB9B32-783F-43A4-9020-DAF4F52CD6B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6033624-4582-4852-AFE3-C2C1C24C5DBC}" srcId="{B07A5CA8-90C6-41FB-902F-4BCA936B70C6}" destId="{3D6CDFB0-2603-42C6-86CE-65427A33F9BC}" srcOrd="2" destOrd="0" parTransId="{5E4D74CA-56FE-4EE2-8A3E-AAC17F9FCCDD}" sibTransId="{CDE4C0E9-EB79-4499-9EB8-D31599ED60E6}"/>
    <dgm:cxn modelId="{C2FE3962-9A01-40BC-956F-3C3F2FD8C5B3}" type="presOf" srcId="{5B73C9A2-DF0B-49C5-A3A4-675930DBD4DA}" destId="{90518699-7583-4F91-9862-8FE31D5DB91D}" srcOrd="0" destOrd="0" presId="urn:microsoft.com/office/officeart/2018/2/layout/IconVerticalSolidList"/>
    <dgm:cxn modelId="{A12CA542-F358-481E-BAF4-A0912BD39E45}" srcId="{B07A5CA8-90C6-41FB-902F-4BCA936B70C6}" destId="{859CBFCA-5A08-46EC-AE08-02D02AF2BE54}" srcOrd="0" destOrd="0" parTransId="{69ACC830-1B9C-4B9E-94BA-09E2923EBD42}" sibTransId="{ED45C4F6-0908-425C-B9B4-2D35F8ED5A01}"/>
    <dgm:cxn modelId="{22EAFA6A-DF2F-4416-AA49-BFC555D92FFC}" srcId="{B07A5CA8-90C6-41FB-902F-4BCA936B70C6}" destId="{5B73C9A2-DF0B-49C5-A3A4-675930DBD4DA}" srcOrd="3" destOrd="0" parTransId="{F2BD9D5B-D5A2-4F3D-BADD-9821ABA6CA70}" sibTransId="{31F883B4-E850-440E-BF3E-D157EC702EB1}"/>
    <dgm:cxn modelId="{5450F36D-7D1E-4865-ACFD-02A5E844B148}" type="presOf" srcId="{859CBFCA-5A08-46EC-AE08-02D02AF2BE54}" destId="{F7070E35-73AC-476B-89F5-7C28DA3E300E}" srcOrd="0" destOrd="0" presId="urn:microsoft.com/office/officeart/2018/2/layout/IconVerticalSolidList"/>
    <dgm:cxn modelId="{3FC8AD55-B039-42FE-9FBE-C976D5D04E1A}" type="presOf" srcId="{B07A5CA8-90C6-41FB-902F-4BCA936B70C6}" destId="{E96CB2B8-D6B1-4D1C-A683-8426D906843D}" srcOrd="0" destOrd="0" presId="urn:microsoft.com/office/officeart/2018/2/layout/IconVerticalSolidList"/>
    <dgm:cxn modelId="{17DFB877-DA30-4FB2-AADE-17239CE65A0C}" type="presOf" srcId="{3D6CDFB0-2603-42C6-86CE-65427A33F9BC}" destId="{5BB0F687-C676-4311-B6FB-C4ACC6A8A836}" srcOrd="0" destOrd="0" presId="urn:microsoft.com/office/officeart/2018/2/layout/IconVerticalSolidList"/>
    <dgm:cxn modelId="{51268A7D-BDE1-410D-8AD6-9B73BEC89AAF}" srcId="{B07A5CA8-90C6-41FB-902F-4BCA936B70C6}" destId="{49BB9B32-783F-43A4-9020-DAF4F52CD6BD}" srcOrd="4" destOrd="0" parTransId="{32CDFA15-32D2-4BE4-A6CA-812C7D0A5D41}" sibTransId="{3FDC4995-630A-4B3E-BD68-A7526C653CBA}"/>
    <dgm:cxn modelId="{E984D884-177F-476C-A2BC-78F11049A114}" srcId="{B07A5CA8-90C6-41FB-902F-4BCA936B70C6}" destId="{CD605FF7-BEA9-46AB-829A-7A2299E3F9C0}" srcOrd="1" destOrd="0" parTransId="{3DFF8AE0-2662-44A6-9CA3-3F2902C54485}" sibTransId="{DC500CF8-31D3-445E-B740-7FD88BB1F5CE}"/>
    <dgm:cxn modelId="{8BF1AD95-55B1-4B53-A086-8E2505D59DF3}" type="presOf" srcId="{CD605FF7-BEA9-46AB-829A-7A2299E3F9C0}" destId="{5431E200-57FA-4D12-9920-23FFC8DC13C7}" srcOrd="0" destOrd="0" presId="urn:microsoft.com/office/officeart/2018/2/layout/IconVerticalSolidList"/>
    <dgm:cxn modelId="{F71B68F5-608B-4306-A7CD-8609F8710C51}" type="presOf" srcId="{49BB9B32-783F-43A4-9020-DAF4F52CD6BD}" destId="{1B6E4A67-5E6C-4E00-85BF-342D92FF7C7F}" srcOrd="0" destOrd="0" presId="urn:microsoft.com/office/officeart/2018/2/layout/IconVerticalSolidList"/>
    <dgm:cxn modelId="{B278553B-C861-4FA8-9E0D-E521388BE03D}" type="presParOf" srcId="{E96CB2B8-D6B1-4D1C-A683-8426D906843D}" destId="{93FFC0FE-8E8D-4862-91DB-7078DAB6BDFD}" srcOrd="0" destOrd="0" presId="urn:microsoft.com/office/officeart/2018/2/layout/IconVerticalSolidList"/>
    <dgm:cxn modelId="{14E83320-A25D-4106-8250-6B6201DD2152}" type="presParOf" srcId="{93FFC0FE-8E8D-4862-91DB-7078DAB6BDFD}" destId="{84976491-6A36-40CC-AFFC-189644440DA6}" srcOrd="0" destOrd="0" presId="urn:microsoft.com/office/officeart/2018/2/layout/IconVerticalSolidList"/>
    <dgm:cxn modelId="{8AB5165E-55B4-4BCD-BF1E-C24536C15DC4}" type="presParOf" srcId="{93FFC0FE-8E8D-4862-91DB-7078DAB6BDFD}" destId="{51B57E58-D077-4AC6-BCCE-4C3A145D5D6E}" srcOrd="1" destOrd="0" presId="urn:microsoft.com/office/officeart/2018/2/layout/IconVerticalSolidList"/>
    <dgm:cxn modelId="{E8C77002-1BCA-463D-9E9E-BBE5F5154665}" type="presParOf" srcId="{93FFC0FE-8E8D-4862-91DB-7078DAB6BDFD}" destId="{312232EF-C3BB-4325-BF40-CF30DD18D4F2}" srcOrd="2" destOrd="0" presId="urn:microsoft.com/office/officeart/2018/2/layout/IconVerticalSolidList"/>
    <dgm:cxn modelId="{A417354C-0B85-46CD-8C17-4F1060660655}" type="presParOf" srcId="{93FFC0FE-8E8D-4862-91DB-7078DAB6BDFD}" destId="{F7070E35-73AC-476B-89F5-7C28DA3E300E}" srcOrd="3" destOrd="0" presId="urn:microsoft.com/office/officeart/2018/2/layout/IconVerticalSolidList"/>
    <dgm:cxn modelId="{A763F671-CA06-40A0-A89E-474FE33609EA}" type="presParOf" srcId="{E96CB2B8-D6B1-4D1C-A683-8426D906843D}" destId="{64E4F1B3-3635-4996-9B2F-3C522292C43F}" srcOrd="1" destOrd="0" presId="urn:microsoft.com/office/officeart/2018/2/layout/IconVerticalSolidList"/>
    <dgm:cxn modelId="{AECFBAAE-965C-451A-B3B1-EC607E0063A9}" type="presParOf" srcId="{E96CB2B8-D6B1-4D1C-A683-8426D906843D}" destId="{C37B207A-FEC9-4F06-A334-2C92116FDF4C}" srcOrd="2" destOrd="0" presId="urn:microsoft.com/office/officeart/2018/2/layout/IconVerticalSolidList"/>
    <dgm:cxn modelId="{4F28E471-3454-40C9-85AA-66343826AACA}" type="presParOf" srcId="{C37B207A-FEC9-4F06-A334-2C92116FDF4C}" destId="{0A7533B1-E25E-4759-BB92-926EE3C57CEA}" srcOrd="0" destOrd="0" presId="urn:microsoft.com/office/officeart/2018/2/layout/IconVerticalSolidList"/>
    <dgm:cxn modelId="{4ADF40C6-6A5F-4714-8B6F-67BBAAE13C2A}" type="presParOf" srcId="{C37B207A-FEC9-4F06-A334-2C92116FDF4C}" destId="{106CDCDB-860C-4516-8027-C6C4DF8F4DFC}" srcOrd="1" destOrd="0" presId="urn:microsoft.com/office/officeart/2018/2/layout/IconVerticalSolidList"/>
    <dgm:cxn modelId="{60F456D5-6DD2-4462-B975-17583E428F14}" type="presParOf" srcId="{C37B207A-FEC9-4F06-A334-2C92116FDF4C}" destId="{CC534CD8-DE9C-4693-8690-57FE1CBDC7FD}" srcOrd="2" destOrd="0" presId="urn:microsoft.com/office/officeart/2018/2/layout/IconVerticalSolidList"/>
    <dgm:cxn modelId="{07DA7067-AE7F-4FA7-9735-DDBC8AB191DF}" type="presParOf" srcId="{C37B207A-FEC9-4F06-A334-2C92116FDF4C}" destId="{5431E200-57FA-4D12-9920-23FFC8DC13C7}" srcOrd="3" destOrd="0" presId="urn:microsoft.com/office/officeart/2018/2/layout/IconVerticalSolidList"/>
    <dgm:cxn modelId="{62A0F3D0-D3E1-4379-9DF6-4CD0CA066045}" type="presParOf" srcId="{E96CB2B8-D6B1-4D1C-A683-8426D906843D}" destId="{BF145929-92E7-4620-9064-7B5CC1F93970}" srcOrd="3" destOrd="0" presId="urn:microsoft.com/office/officeart/2018/2/layout/IconVerticalSolidList"/>
    <dgm:cxn modelId="{A5653761-9416-4633-99CA-507ED70BC7D3}" type="presParOf" srcId="{E96CB2B8-D6B1-4D1C-A683-8426D906843D}" destId="{55FF468D-179A-45A4-87DE-533FC3F231C7}" srcOrd="4" destOrd="0" presId="urn:microsoft.com/office/officeart/2018/2/layout/IconVerticalSolidList"/>
    <dgm:cxn modelId="{D52D308D-CA09-40A7-AEC9-7B264CC372A7}" type="presParOf" srcId="{55FF468D-179A-45A4-87DE-533FC3F231C7}" destId="{E0A0304E-B8E4-4D95-9F42-BC218CEA33AE}" srcOrd="0" destOrd="0" presId="urn:microsoft.com/office/officeart/2018/2/layout/IconVerticalSolidList"/>
    <dgm:cxn modelId="{DDE15A3A-3D02-484D-8123-097133CA25DC}" type="presParOf" srcId="{55FF468D-179A-45A4-87DE-533FC3F231C7}" destId="{CA647F45-46BE-4C83-ADB3-52952CC035D3}" srcOrd="1" destOrd="0" presId="urn:microsoft.com/office/officeart/2018/2/layout/IconVerticalSolidList"/>
    <dgm:cxn modelId="{9AEFF2CE-C49B-4DA8-93BE-0D942441BF00}" type="presParOf" srcId="{55FF468D-179A-45A4-87DE-533FC3F231C7}" destId="{F2316207-8DC5-41AD-A0D2-3BC3B2FAE32C}" srcOrd="2" destOrd="0" presId="urn:microsoft.com/office/officeart/2018/2/layout/IconVerticalSolidList"/>
    <dgm:cxn modelId="{1930D986-65CA-4096-8372-6C0B4D23727F}" type="presParOf" srcId="{55FF468D-179A-45A4-87DE-533FC3F231C7}" destId="{5BB0F687-C676-4311-B6FB-C4ACC6A8A836}" srcOrd="3" destOrd="0" presId="urn:microsoft.com/office/officeart/2018/2/layout/IconVerticalSolidList"/>
    <dgm:cxn modelId="{112A1CE3-D21C-4573-A12F-DC77926ED56B}" type="presParOf" srcId="{E96CB2B8-D6B1-4D1C-A683-8426D906843D}" destId="{3534DC2C-8341-48C6-8DBB-C1EE0F165AFF}" srcOrd="5" destOrd="0" presId="urn:microsoft.com/office/officeart/2018/2/layout/IconVerticalSolidList"/>
    <dgm:cxn modelId="{7AB4D37A-2584-4EE2-B10B-F81618C1D446}" type="presParOf" srcId="{E96CB2B8-D6B1-4D1C-A683-8426D906843D}" destId="{F0CDC6A2-479B-4BBF-980E-CE61DDB96545}" srcOrd="6" destOrd="0" presId="urn:microsoft.com/office/officeart/2018/2/layout/IconVerticalSolidList"/>
    <dgm:cxn modelId="{B91E7A02-7D40-4DDC-A107-13A747A90614}" type="presParOf" srcId="{F0CDC6A2-479B-4BBF-980E-CE61DDB96545}" destId="{8D5BCC2B-4EE0-47A7-8342-5BD656EE8B15}" srcOrd="0" destOrd="0" presId="urn:microsoft.com/office/officeart/2018/2/layout/IconVerticalSolidList"/>
    <dgm:cxn modelId="{3D5814AB-9D09-4852-8492-96EF5E3891E0}" type="presParOf" srcId="{F0CDC6A2-479B-4BBF-980E-CE61DDB96545}" destId="{0DDA66DF-256D-4EE2-93E8-9430F9790D43}" srcOrd="1" destOrd="0" presId="urn:microsoft.com/office/officeart/2018/2/layout/IconVerticalSolidList"/>
    <dgm:cxn modelId="{012D9086-98D8-4C21-A069-B3D80EFD1CAE}" type="presParOf" srcId="{F0CDC6A2-479B-4BBF-980E-CE61DDB96545}" destId="{8388881B-6CF3-4793-AF5A-C2A9E96E7D79}" srcOrd="2" destOrd="0" presId="urn:microsoft.com/office/officeart/2018/2/layout/IconVerticalSolidList"/>
    <dgm:cxn modelId="{2ED60A85-2C6F-48A4-A5FA-B78678B6E8EB}" type="presParOf" srcId="{F0CDC6A2-479B-4BBF-980E-CE61DDB96545}" destId="{90518699-7583-4F91-9862-8FE31D5DB91D}" srcOrd="3" destOrd="0" presId="urn:microsoft.com/office/officeart/2018/2/layout/IconVerticalSolidList"/>
    <dgm:cxn modelId="{55E2345A-90AF-44F6-B1BE-163E24E1FD22}" type="presParOf" srcId="{E96CB2B8-D6B1-4D1C-A683-8426D906843D}" destId="{BB4C89E5-BF6C-4688-8BB9-698B8545549A}" srcOrd="7" destOrd="0" presId="urn:microsoft.com/office/officeart/2018/2/layout/IconVerticalSolidList"/>
    <dgm:cxn modelId="{AF08DFB5-2899-4D09-AC16-509D800B1555}" type="presParOf" srcId="{E96CB2B8-D6B1-4D1C-A683-8426D906843D}" destId="{451A7A6B-65ED-4970-9A37-85F333F3BDBD}" srcOrd="8" destOrd="0" presId="urn:microsoft.com/office/officeart/2018/2/layout/IconVerticalSolidList"/>
    <dgm:cxn modelId="{13BC6600-57E1-40E8-A2AB-2364A2FE121A}" type="presParOf" srcId="{451A7A6B-65ED-4970-9A37-85F333F3BDBD}" destId="{41AAE30E-52A6-4D28-B8C4-B99358FD1A67}" srcOrd="0" destOrd="0" presId="urn:microsoft.com/office/officeart/2018/2/layout/IconVerticalSolidList"/>
    <dgm:cxn modelId="{B3930667-1DD1-409F-AD65-481FA3A3D3A1}" type="presParOf" srcId="{451A7A6B-65ED-4970-9A37-85F333F3BDBD}" destId="{7E529EFB-7F3C-47D1-9558-10D7FB488761}" srcOrd="1" destOrd="0" presId="urn:microsoft.com/office/officeart/2018/2/layout/IconVerticalSolidList"/>
    <dgm:cxn modelId="{ABE04C7A-B545-4DCC-B94C-48B3E701876E}" type="presParOf" srcId="{451A7A6B-65ED-4970-9A37-85F333F3BDBD}" destId="{0A3FF7FB-9620-461B-963A-13DE06E9CFB7}" srcOrd="2" destOrd="0" presId="urn:microsoft.com/office/officeart/2018/2/layout/IconVerticalSolidList"/>
    <dgm:cxn modelId="{1E7D1F84-065E-4649-80C2-6FFC81F366EC}" type="presParOf" srcId="{451A7A6B-65ED-4970-9A37-85F333F3BDBD}" destId="{1B6E4A67-5E6C-4E00-85BF-342D92FF7C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21450B2-830A-4BBC-B4DA-2B6BF6548E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C19E3D7-1722-42F0-AFFF-1EBF36BC7DA9}">
      <dgm:prSet/>
      <dgm:spPr/>
      <dgm:t>
        <a:bodyPr/>
        <a:lstStyle/>
        <a:p>
          <a:r>
            <a:rPr lang="en-US"/>
            <a:t>Increase product adoption across accounts</a:t>
          </a:r>
        </a:p>
      </dgm:t>
    </dgm:pt>
    <dgm:pt modelId="{07D0D85C-16BA-4187-86CE-D6DFB698E7C4}" type="parTrans" cxnId="{ED164B0D-E48C-49E6-83C8-05081B5A4366}">
      <dgm:prSet/>
      <dgm:spPr/>
      <dgm:t>
        <a:bodyPr/>
        <a:lstStyle/>
        <a:p>
          <a:endParaRPr lang="en-US"/>
        </a:p>
      </dgm:t>
    </dgm:pt>
    <dgm:pt modelId="{75AB696C-4782-4361-A0AA-872C57E3E1CD}" type="sibTrans" cxnId="{ED164B0D-E48C-49E6-83C8-05081B5A4366}">
      <dgm:prSet/>
      <dgm:spPr/>
      <dgm:t>
        <a:bodyPr/>
        <a:lstStyle/>
        <a:p>
          <a:endParaRPr lang="en-US"/>
        </a:p>
      </dgm:t>
    </dgm:pt>
    <dgm:pt modelId="{26F73875-A27D-4ED8-BEA0-342EEF5645FE}">
      <dgm:prSet/>
      <dgm:spPr/>
      <dgm:t>
        <a:bodyPr/>
        <a:lstStyle/>
        <a:p>
          <a:r>
            <a:rPr lang="en-US"/>
            <a:t>Improve rep productivity in the field</a:t>
          </a:r>
        </a:p>
      </dgm:t>
    </dgm:pt>
    <dgm:pt modelId="{0859153F-32B0-481D-ADCB-F1C5081A89C7}" type="parTrans" cxnId="{944C17EA-84FF-4BF6-B7B7-00567890C8A4}">
      <dgm:prSet/>
      <dgm:spPr/>
      <dgm:t>
        <a:bodyPr/>
        <a:lstStyle/>
        <a:p>
          <a:endParaRPr lang="en-US"/>
        </a:p>
      </dgm:t>
    </dgm:pt>
    <dgm:pt modelId="{679FB8DB-0979-4528-A078-DA5AAC0402D5}" type="sibTrans" cxnId="{944C17EA-84FF-4BF6-B7B7-00567890C8A4}">
      <dgm:prSet/>
      <dgm:spPr/>
      <dgm:t>
        <a:bodyPr/>
        <a:lstStyle/>
        <a:p>
          <a:endParaRPr lang="en-US"/>
        </a:p>
      </dgm:t>
    </dgm:pt>
    <dgm:pt modelId="{81215651-DC74-40FC-A6E8-4DE380329A32}">
      <dgm:prSet/>
      <dgm:spPr/>
      <dgm:t>
        <a:bodyPr/>
        <a:lstStyle/>
        <a:p>
          <a:r>
            <a:rPr lang="en-US"/>
            <a:t>Reduce missed follow-ups</a:t>
          </a:r>
        </a:p>
      </dgm:t>
    </dgm:pt>
    <dgm:pt modelId="{EB02DF6E-C637-43B5-9E7C-920AF29643EA}" type="parTrans" cxnId="{4D2FFE53-CE91-435A-8483-A488A9428DD4}">
      <dgm:prSet/>
      <dgm:spPr/>
      <dgm:t>
        <a:bodyPr/>
        <a:lstStyle/>
        <a:p>
          <a:endParaRPr lang="en-US"/>
        </a:p>
      </dgm:t>
    </dgm:pt>
    <dgm:pt modelId="{1A2B1965-A8EA-4945-B81F-183997982B29}" type="sibTrans" cxnId="{4D2FFE53-CE91-435A-8483-A488A9428DD4}">
      <dgm:prSet/>
      <dgm:spPr/>
      <dgm:t>
        <a:bodyPr/>
        <a:lstStyle/>
        <a:p>
          <a:endParaRPr lang="en-US"/>
        </a:p>
      </dgm:t>
    </dgm:pt>
    <dgm:pt modelId="{615D9F28-EEA8-4133-A6CF-366B5DB027F6}">
      <dgm:prSet/>
      <dgm:spPr/>
      <dgm:t>
        <a:bodyPr/>
        <a:lstStyle/>
        <a:p>
          <a:r>
            <a:rPr lang="en-US"/>
            <a:t>Increase average order value</a:t>
          </a:r>
        </a:p>
      </dgm:t>
    </dgm:pt>
    <dgm:pt modelId="{18E0464A-A01E-4440-AFA0-819835639760}" type="parTrans" cxnId="{E27A5CF6-F3FC-4CAA-9317-549A72222857}">
      <dgm:prSet/>
      <dgm:spPr/>
      <dgm:t>
        <a:bodyPr/>
        <a:lstStyle/>
        <a:p>
          <a:endParaRPr lang="en-US"/>
        </a:p>
      </dgm:t>
    </dgm:pt>
    <dgm:pt modelId="{C5B810D0-1985-4F65-B933-FF9350393CE8}" type="sibTrans" cxnId="{E27A5CF6-F3FC-4CAA-9317-549A72222857}">
      <dgm:prSet/>
      <dgm:spPr/>
      <dgm:t>
        <a:bodyPr/>
        <a:lstStyle/>
        <a:p>
          <a:endParaRPr lang="en-US"/>
        </a:p>
      </dgm:t>
    </dgm:pt>
    <dgm:pt modelId="{497F6C9D-75B3-401F-9301-E3B223451267}">
      <dgm:prSet/>
      <dgm:spPr/>
      <dgm:t>
        <a:bodyPr/>
        <a:lstStyle/>
        <a:p>
          <a:r>
            <a:rPr lang="en-US"/>
            <a:t>Drive predictable revenue growth</a:t>
          </a:r>
        </a:p>
      </dgm:t>
    </dgm:pt>
    <dgm:pt modelId="{EDD9702C-1A09-468E-B033-967ECE7BC7B9}" type="parTrans" cxnId="{5E842716-07B3-455C-803E-0E31F4343F30}">
      <dgm:prSet/>
      <dgm:spPr/>
      <dgm:t>
        <a:bodyPr/>
        <a:lstStyle/>
        <a:p>
          <a:endParaRPr lang="en-US"/>
        </a:p>
      </dgm:t>
    </dgm:pt>
    <dgm:pt modelId="{F6D7846C-68A1-4CF3-BB09-077E068D50D9}" type="sibTrans" cxnId="{5E842716-07B3-455C-803E-0E31F4343F30}">
      <dgm:prSet/>
      <dgm:spPr/>
      <dgm:t>
        <a:bodyPr/>
        <a:lstStyle/>
        <a:p>
          <a:endParaRPr lang="en-US"/>
        </a:p>
      </dgm:t>
    </dgm:pt>
    <dgm:pt modelId="{CE79B2EA-67F9-4051-8370-8243C9E6A745}" type="pres">
      <dgm:prSet presAssocID="{721450B2-830A-4BBC-B4DA-2B6BF6548E2D}" presName="root" presStyleCnt="0">
        <dgm:presLayoutVars>
          <dgm:dir/>
          <dgm:resizeHandles val="exact"/>
        </dgm:presLayoutVars>
      </dgm:prSet>
      <dgm:spPr/>
    </dgm:pt>
    <dgm:pt modelId="{84322212-0332-485D-88BA-3AAEBB8E2091}" type="pres">
      <dgm:prSet presAssocID="{DC19E3D7-1722-42F0-AFFF-1EBF36BC7DA9}" presName="compNode" presStyleCnt="0"/>
      <dgm:spPr/>
    </dgm:pt>
    <dgm:pt modelId="{4E4D0E47-F701-4D8B-959C-914EC3F75618}" type="pres">
      <dgm:prSet presAssocID="{DC19E3D7-1722-42F0-AFFF-1EBF36BC7DA9}" presName="bgRect" presStyleLbl="bgShp" presStyleIdx="0" presStyleCnt="5"/>
      <dgm:spPr/>
    </dgm:pt>
    <dgm:pt modelId="{337B98F1-8E90-4070-8BFA-23EEC27C2F18}" type="pres">
      <dgm:prSet presAssocID="{DC19E3D7-1722-42F0-AFFF-1EBF36BC7DA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ified Brand"/>
        </a:ext>
      </dgm:extLst>
    </dgm:pt>
    <dgm:pt modelId="{44C7665C-FBEA-4B20-B400-8B242B9F031D}" type="pres">
      <dgm:prSet presAssocID="{DC19E3D7-1722-42F0-AFFF-1EBF36BC7DA9}" presName="spaceRect" presStyleCnt="0"/>
      <dgm:spPr/>
    </dgm:pt>
    <dgm:pt modelId="{73896CAC-9929-46E4-90A2-7BBDE63CED46}" type="pres">
      <dgm:prSet presAssocID="{DC19E3D7-1722-42F0-AFFF-1EBF36BC7DA9}" presName="parTx" presStyleLbl="revTx" presStyleIdx="0" presStyleCnt="5">
        <dgm:presLayoutVars>
          <dgm:chMax val="0"/>
          <dgm:chPref val="0"/>
        </dgm:presLayoutVars>
      </dgm:prSet>
      <dgm:spPr/>
    </dgm:pt>
    <dgm:pt modelId="{5200AAE2-61A8-4A00-B69D-2A1DEB7370B2}" type="pres">
      <dgm:prSet presAssocID="{75AB696C-4782-4361-A0AA-872C57E3E1CD}" presName="sibTrans" presStyleCnt="0"/>
      <dgm:spPr/>
    </dgm:pt>
    <dgm:pt modelId="{058143B2-683F-48A2-8BC3-5EC241625DB2}" type="pres">
      <dgm:prSet presAssocID="{26F73875-A27D-4ED8-BEA0-342EEF5645FE}" presName="compNode" presStyleCnt="0"/>
      <dgm:spPr/>
    </dgm:pt>
    <dgm:pt modelId="{B4469858-B2F6-4D2A-8A2D-4D53B89AE164}" type="pres">
      <dgm:prSet presAssocID="{26F73875-A27D-4ED8-BEA0-342EEF5645FE}" presName="bgRect" presStyleLbl="bgShp" presStyleIdx="1" presStyleCnt="5"/>
      <dgm:spPr/>
    </dgm:pt>
    <dgm:pt modelId="{A3754204-821D-4462-90AE-8F482FB01FE3}" type="pres">
      <dgm:prSet presAssocID="{26F73875-A27D-4ED8-BEA0-342EEF5645F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mily"/>
        </a:ext>
      </dgm:extLst>
    </dgm:pt>
    <dgm:pt modelId="{6A2A0AF3-1665-4589-A1D6-413D98CC6EF3}" type="pres">
      <dgm:prSet presAssocID="{26F73875-A27D-4ED8-BEA0-342EEF5645FE}" presName="spaceRect" presStyleCnt="0"/>
      <dgm:spPr/>
    </dgm:pt>
    <dgm:pt modelId="{34C19E97-6A42-435F-B26D-F578A8D088FE}" type="pres">
      <dgm:prSet presAssocID="{26F73875-A27D-4ED8-BEA0-342EEF5645FE}" presName="parTx" presStyleLbl="revTx" presStyleIdx="1" presStyleCnt="5">
        <dgm:presLayoutVars>
          <dgm:chMax val="0"/>
          <dgm:chPref val="0"/>
        </dgm:presLayoutVars>
      </dgm:prSet>
      <dgm:spPr/>
    </dgm:pt>
    <dgm:pt modelId="{D78CE85B-42E7-4248-8FAF-4199DB26ED43}" type="pres">
      <dgm:prSet presAssocID="{679FB8DB-0979-4528-A078-DA5AAC0402D5}" presName="sibTrans" presStyleCnt="0"/>
      <dgm:spPr/>
    </dgm:pt>
    <dgm:pt modelId="{FB5985DE-5F33-4CA1-92D1-D165765BCB80}" type="pres">
      <dgm:prSet presAssocID="{81215651-DC74-40FC-A6E8-4DE380329A32}" presName="compNode" presStyleCnt="0"/>
      <dgm:spPr/>
    </dgm:pt>
    <dgm:pt modelId="{A3A9C95F-4F4A-46B0-94FF-13E36B9BE84A}" type="pres">
      <dgm:prSet presAssocID="{81215651-DC74-40FC-A6E8-4DE380329A32}" presName="bgRect" presStyleLbl="bgShp" presStyleIdx="2" presStyleCnt="5"/>
      <dgm:spPr/>
    </dgm:pt>
    <dgm:pt modelId="{D6314379-4122-4B8B-97C7-7F8B51526B11}" type="pres">
      <dgm:prSet presAssocID="{81215651-DC74-40FC-A6E8-4DE380329A32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DA49AADB-0419-450E-8389-047370B576C3}" type="pres">
      <dgm:prSet presAssocID="{81215651-DC74-40FC-A6E8-4DE380329A32}" presName="spaceRect" presStyleCnt="0"/>
      <dgm:spPr/>
    </dgm:pt>
    <dgm:pt modelId="{CE2D876D-6BEE-4EE3-AC31-1D93C6ABC12E}" type="pres">
      <dgm:prSet presAssocID="{81215651-DC74-40FC-A6E8-4DE380329A32}" presName="parTx" presStyleLbl="revTx" presStyleIdx="2" presStyleCnt="5">
        <dgm:presLayoutVars>
          <dgm:chMax val="0"/>
          <dgm:chPref val="0"/>
        </dgm:presLayoutVars>
      </dgm:prSet>
      <dgm:spPr/>
    </dgm:pt>
    <dgm:pt modelId="{6BD224E5-87E4-490F-8088-1EB334AEDB79}" type="pres">
      <dgm:prSet presAssocID="{1A2B1965-A8EA-4945-B81F-183997982B29}" presName="sibTrans" presStyleCnt="0"/>
      <dgm:spPr/>
    </dgm:pt>
    <dgm:pt modelId="{0599C889-6C1E-4E3D-B212-EDEAD0941032}" type="pres">
      <dgm:prSet presAssocID="{615D9F28-EEA8-4133-A6CF-366B5DB027F6}" presName="compNode" presStyleCnt="0"/>
      <dgm:spPr/>
    </dgm:pt>
    <dgm:pt modelId="{90DA76B1-36B9-4086-9A72-4654AD1EAE0E}" type="pres">
      <dgm:prSet presAssocID="{615D9F28-EEA8-4133-A6CF-366B5DB027F6}" presName="bgRect" presStyleLbl="bgShp" presStyleIdx="3" presStyleCnt="5"/>
      <dgm:spPr/>
    </dgm:pt>
    <dgm:pt modelId="{F090B96F-C045-4F7F-B3CC-FB11E13B904C}" type="pres">
      <dgm:prSet presAssocID="{615D9F28-EEA8-4133-A6CF-366B5DB027F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vings"/>
        </a:ext>
      </dgm:extLst>
    </dgm:pt>
    <dgm:pt modelId="{0A1C80B7-80AA-4D8A-B0A2-4F674366E6D9}" type="pres">
      <dgm:prSet presAssocID="{615D9F28-EEA8-4133-A6CF-366B5DB027F6}" presName="spaceRect" presStyleCnt="0"/>
      <dgm:spPr/>
    </dgm:pt>
    <dgm:pt modelId="{2601BBA3-3986-4E21-AC50-377A5ADB45AA}" type="pres">
      <dgm:prSet presAssocID="{615D9F28-EEA8-4133-A6CF-366B5DB027F6}" presName="parTx" presStyleLbl="revTx" presStyleIdx="3" presStyleCnt="5">
        <dgm:presLayoutVars>
          <dgm:chMax val="0"/>
          <dgm:chPref val="0"/>
        </dgm:presLayoutVars>
      </dgm:prSet>
      <dgm:spPr/>
    </dgm:pt>
    <dgm:pt modelId="{C67DAE1A-B12B-4BBA-8175-3004AC682459}" type="pres">
      <dgm:prSet presAssocID="{C5B810D0-1985-4F65-B933-FF9350393CE8}" presName="sibTrans" presStyleCnt="0"/>
      <dgm:spPr/>
    </dgm:pt>
    <dgm:pt modelId="{903D2630-2142-47D2-AA39-5A920F94AA0D}" type="pres">
      <dgm:prSet presAssocID="{497F6C9D-75B3-401F-9301-E3B223451267}" presName="compNode" presStyleCnt="0"/>
      <dgm:spPr/>
    </dgm:pt>
    <dgm:pt modelId="{F8470966-6E3D-46B3-BD04-D441CF984DBC}" type="pres">
      <dgm:prSet presAssocID="{497F6C9D-75B3-401F-9301-E3B223451267}" presName="bgRect" presStyleLbl="bgShp" presStyleIdx="4" presStyleCnt="5"/>
      <dgm:spPr/>
    </dgm:pt>
    <dgm:pt modelId="{BEC248C0-2FA2-45D0-98F9-AA94913169CC}" type="pres">
      <dgm:prSet presAssocID="{497F6C9D-75B3-401F-9301-E3B22345126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16939CF7-5C4E-4D8F-A1B1-F3FF925211D6}" type="pres">
      <dgm:prSet presAssocID="{497F6C9D-75B3-401F-9301-E3B223451267}" presName="spaceRect" presStyleCnt="0"/>
      <dgm:spPr/>
    </dgm:pt>
    <dgm:pt modelId="{F4DBEABF-5A1A-408C-9A74-4D2875F97D46}" type="pres">
      <dgm:prSet presAssocID="{497F6C9D-75B3-401F-9301-E3B22345126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D164B0D-E48C-49E6-83C8-05081B5A4366}" srcId="{721450B2-830A-4BBC-B4DA-2B6BF6548E2D}" destId="{DC19E3D7-1722-42F0-AFFF-1EBF36BC7DA9}" srcOrd="0" destOrd="0" parTransId="{07D0D85C-16BA-4187-86CE-D6DFB698E7C4}" sibTransId="{75AB696C-4782-4361-A0AA-872C57E3E1CD}"/>
    <dgm:cxn modelId="{5E842716-07B3-455C-803E-0E31F4343F30}" srcId="{721450B2-830A-4BBC-B4DA-2B6BF6548E2D}" destId="{497F6C9D-75B3-401F-9301-E3B223451267}" srcOrd="4" destOrd="0" parTransId="{EDD9702C-1A09-468E-B033-967ECE7BC7B9}" sibTransId="{F6D7846C-68A1-4CF3-BB09-077E068D50D9}"/>
    <dgm:cxn modelId="{02E4C32A-A428-4A46-8F41-9618EC2C170A}" type="presOf" srcId="{497F6C9D-75B3-401F-9301-E3B223451267}" destId="{F4DBEABF-5A1A-408C-9A74-4D2875F97D46}" srcOrd="0" destOrd="0" presId="urn:microsoft.com/office/officeart/2018/2/layout/IconVerticalSolidList"/>
    <dgm:cxn modelId="{51BCAF50-C534-4ECF-89E2-D00C8D4F5629}" type="presOf" srcId="{721450B2-830A-4BBC-B4DA-2B6BF6548E2D}" destId="{CE79B2EA-67F9-4051-8370-8243C9E6A745}" srcOrd="0" destOrd="0" presId="urn:microsoft.com/office/officeart/2018/2/layout/IconVerticalSolidList"/>
    <dgm:cxn modelId="{4D2FFE53-CE91-435A-8483-A488A9428DD4}" srcId="{721450B2-830A-4BBC-B4DA-2B6BF6548E2D}" destId="{81215651-DC74-40FC-A6E8-4DE380329A32}" srcOrd="2" destOrd="0" parTransId="{EB02DF6E-C637-43B5-9E7C-920AF29643EA}" sibTransId="{1A2B1965-A8EA-4945-B81F-183997982B29}"/>
    <dgm:cxn modelId="{8A161888-E1AA-4E93-9594-1C011A98740E}" type="presOf" srcId="{615D9F28-EEA8-4133-A6CF-366B5DB027F6}" destId="{2601BBA3-3986-4E21-AC50-377A5ADB45AA}" srcOrd="0" destOrd="0" presId="urn:microsoft.com/office/officeart/2018/2/layout/IconVerticalSolidList"/>
    <dgm:cxn modelId="{34B04B9B-8BB2-4761-BAD3-93317E0322EA}" type="presOf" srcId="{81215651-DC74-40FC-A6E8-4DE380329A32}" destId="{CE2D876D-6BEE-4EE3-AC31-1D93C6ABC12E}" srcOrd="0" destOrd="0" presId="urn:microsoft.com/office/officeart/2018/2/layout/IconVerticalSolidList"/>
    <dgm:cxn modelId="{261DB1AD-5095-46DD-A4F8-FD02D4847D79}" type="presOf" srcId="{DC19E3D7-1722-42F0-AFFF-1EBF36BC7DA9}" destId="{73896CAC-9929-46E4-90A2-7BBDE63CED46}" srcOrd="0" destOrd="0" presId="urn:microsoft.com/office/officeart/2018/2/layout/IconVerticalSolidList"/>
    <dgm:cxn modelId="{77FF0FD9-1C57-4697-B347-AA136FABE5BF}" type="presOf" srcId="{26F73875-A27D-4ED8-BEA0-342EEF5645FE}" destId="{34C19E97-6A42-435F-B26D-F578A8D088FE}" srcOrd="0" destOrd="0" presId="urn:microsoft.com/office/officeart/2018/2/layout/IconVerticalSolidList"/>
    <dgm:cxn modelId="{944C17EA-84FF-4BF6-B7B7-00567890C8A4}" srcId="{721450B2-830A-4BBC-B4DA-2B6BF6548E2D}" destId="{26F73875-A27D-4ED8-BEA0-342EEF5645FE}" srcOrd="1" destOrd="0" parTransId="{0859153F-32B0-481D-ADCB-F1C5081A89C7}" sibTransId="{679FB8DB-0979-4528-A078-DA5AAC0402D5}"/>
    <dgm:cxn modelId="{E27A5CF6-F3FC-4CAA-9317-549A72222857}" srcId="{721450B2-830A-4BBC-B4DA-2B6BF6548E2D}" destId="{615D9F28-EEA8-4133-A6CF-366B5DB027F6}" srcOrd="3" destOrd="0" parTransId="{18E0464A-A01E-4440-AFA0-819835639760}" sibTransId="{C5B810D0-1985-4F65-B933-FF9350393CE8}"/>
    <dgm:cxn modelId="{15697E89-81A0-47AE-9570-238CFA1ACA72}" type="presParOf" srcId="{CE79B2EA-67F9-4051-8370-8243C9E6A745}" destId="{84322212-0332-485D-88BA-3AAEBB8E2091}" srcOrd="0" destOrd="0" presId="urn:microsoft.com/office/officeart/2018/2/layout/IconVerticalSolidList"/>
    <dgm:cxn modelId="{074DC3BA-3F50-4458-897F-6B11E84E8C7C}" type="presParOf" srcId="{84322212-0332-485D-88BA-3AAEBB8E2091}" destId="{4E4D0E47-F701-4D8B-959C-914EC3F75618}" srcOrd="0" destOrd="0" presId="urn:microsoft.com/office/officeart/2018/2/layout/IconVerticalSolidList"/>
    <dgm:cxn modelId="{71B05D02-EC82-4E1F-8655-7797A57418AD}" type="presParOf" srcId="{84322212-0332-485D-88BA-3AAEBB8E2091}" destId="{337B98F1-8E90-4070-8BFA-23EEC27C2F18}" srcOrd="1" destOrd="0" presId="urn:microsoft.com/office/officeart/2018/2/layout/IconVerticalSolidList"/>
    <dgm:cxn modelId="{2B953F15-644E-488B-8ABD-B38C0A776C3C}" type="presParOf" srcId="{84322212-0332-485D-88BA-3AAEBB8E2091}" destId="{44C7665C-FBEA-4B20-B400-8B242B9F031D}" srcOrd="2" destOrd="0" presId="urn:microsoft.com/office/officeart/2018/2/layout/IconVerticalSolidList"/>
    <dgm:cxn modelId="{179866F3-ABEE-477D-85C1-03855AC8DE9B}" type="presParOf" srcId="{84322212-0332-485D-88BA-3AAEBB8E2091}" destId="{73896CAC-9929-46E4-90A2-7BBDE63CED46}" srcOrd="3" destOrd="0" presId="urn:microsoft.com/office/officeart/2018/2/layout/IconVerticalSolidList"/>
    <dgm:cxn modelId="{53C323CF-594F-4819-9019-E6D68932EBAC}" type="presParOf" srcId="{CE79B2EA-67F9-4051-8370-8243C9E6A745}" destId="{5200AAE2-61A8-4A00-B69D-2A1DEB7370B2}" srcOrd="1" destOrd="0" presId="urn:microsoft.com/office/officeart/2018/2/layout/IconVerticalSolidList"/>
    <dgm:cxn modelId="{655FD385-22C7-413F-B8BA-623D40718B61}" type="presParOf" srcId="{CE79B2EA-67F9-4051-8370-8243C9E6A745}" destId="{058143B2-683F-48A2-8BC3-5EC241625DB2}" srcOrd="2" destOrd="0" presId="urn:microsoft.com/office/officeart/2018/2/layout/IconVerticalSolidList"/>
    <dgm:cxn modelId="{F0FD897A-9B2C-481D-AEDF-BCA5F50B10BB}" type="presParOf" srcId="{058143B2-683F-48A2-8BC3-5EC241625DB2}" destId="{B4469858-B2F6-4D2A-8A2D-4D53B89AE164}" srcOrd="0" destOrd="0" presId="urn:microsoft.com/office/officeart/2018/2/layout/IconVerticalSolidList"/>
    <dgm:cxn modelId="{04B20EBC-3561-4AA1-8401-94DB6695DDF3}" type="presParOf" srcId="{058143B2-683F-48A2-8BC3-5EC241625DB2}" destId="{A3754204-821D-4462-90AE-8F482FB01FE3}" srcOrd="1" destOrd="0" presId="urn:microsoft.com/office/officeart/2018/2/layout/IconVerticalSolidList"/>
    <dgm:cxn modelId="{CDBF0B83-52F4-45CF-8AE5-240614EA09D6}" type="presParOf" srcId="{058143B2-683F-48A2-8BC3-5EC241625DB2}" destId="{6A2A0AF3-1665-4589-A1D6-413D98CC6EF3}" srcOrd="2" destOrd="0" presId="urn:microsoft.com/office/officeart/2018/2/layout/IconVerticalSolidList"/>
    <dgm:cxn modelId="{FECEE725-12DC-4B40-B2C9-F4FB9B67B77A}" type="presParOf" srcId="{058143B2-683F-48A2-8BC3-5EC241625DB2}" destId="{34C19E97-6A42-435F-B26D-F578A8D088FE}" srcOrd="3" destOrd="0" presId="urn:microsoft.com/office/officeart/2018/2/layout/IconVerticalSolidList"/>
    <dgm:cxn modelId="{B08FD2F5-D13B-4FDA-9D09-D32C68908373}" type="presParOf" srcId="{CE79B2EA-67F9-4051-8370-8243C9E6A745}" destId="{D78CE85B-42E7-4248-8FAF-4199DB26ED43}" srcOrd="3" destOrd="0" presId="urn:microsoft.com/office/officeart/2018/2/layout/IconVerticalSolidList"/>
    <dgm:cxn modelId="{0A1ED210-B940-46CC-B337-4109EABD36EE}" type="presParOf" srcId="{CE79B2EA-67F9-4051-8370-8243C9E6A745}" destId="{FB5985DE-5F33-4CA1-92D1-D165765BCB80}" srcOrd="4" destOrd="0" presId="urn:microsoft.com/office/officeart/2018/2/layout/IconVerticalSolidList"/>
    <dgm:cxn modelId="{8C9162BE-2D4F-4AFB-A677-B399E06C6909}" type="presParOf" srcId="{FB5985DE-5F33-4CA1-92D1-D165765BCB80}" destId="{A3A9C95F-4F4A-46B0-94FF-13E36B9BE84A}" srcOrd="0" destOrd="0" presId="urn:microsoft.com/office/officeart/2018/2/layout/IconVerticalSolidList"/>
    <dgm:cxn modelId="{F9C0E309-DA08-4F26-AF58-EA3609914F47}" type="presParOf" srcId="{FB5985DE-5F33-4CA1-92D1-D165765BCB80}" destId="{D6314379-4122-4B8B-97C7-7F8B51526B11}" srcOrd="1" destOrd="0" presId="urn:microsoft.com/office/officeart/2018/2/layout/IconVerticalSolidList"/>
    <dgm:cxn modelId="{6660C0F7-218A-47EB-A5B1-DC15F5224E62}" type="presParOf" srcId="{FB5985DE-5F33-4CA1-92D1-D165765BCB80}" destId="{DA49AADB-0419-450E-8389-047370B576C3}" srcOrd="2" destOrd="0" presId="urn:microsoft.com/office/officeart/2018/2/layout/IconVerticalSolidList"/>
    <dgm:cxn modelId="{DE2710AA-6044-40D6-82DD-A026DDDDA99D}" type="presParOf" srcId="{FB5985DE-5F33-4CA1-92D1-D165765BCB80}" destId="{CE2D876D-6BEE-4EE3-AC31-1D93C6ABC12E}" srcOrd="3" destOrd="0" presId="urn:microsoft.com/office/officeart/2018/2/layout/IconVerticalSolidList"/>
    <dgm:cxn modelId="{17B509A9-BE73-4168-8C39-0B0AACA6A2CB}" type="presParOf" srcId="{CE79B2EA-67F9-4051-8370-8243C9E6A745}" destId="{6BD224E5-87E4-490F-8088-1EB334AEDB79}" srcOrd="5" destOrd="0" presId="urn:microsoft.com/office/officeart/2018/2/layout/IconVerticalSolidList"/>
    <dgm:cxn modelId="{9879A985-6517-418A-B33B-460199493E65}" type="presParOf" srcId="{CE79B2EA-67F9-4051-8370-8243C9E6A745}" destId="{0599C889-6C1E-4E3D-B212-EDEAD0941032}" srcOrd="6" destOrd="0" presId="urn:microsoft.com/office/officeart/2018/2/layout/IconVerticalSolidList"/>
    <dgm:cxn modelId="{CF89B2BB-DECA-46D5-AC7A-474C176025C6}" type="presParOf" srcId="{0599C889-6C1E-4E3D-B212-EDEAD0941032}" destId="{90DA76B1-36B9-4086-9A72-4654AD1EAE0E}" srcOrd="0" destOrd="0" presId="urn:microsoft.com/office/officeart/2018/2/layout/IconVerticalSolidList"/>
    <dgm:cxn modelId="{16A7AD58-CFFB-41ED-A198-0FB2609169A0}" type="presParOf" srcId="{0599C889-6C1E-4E3D-B212-EDEAD0941032}" destId="{F090B96F-C045-4F7F-B3CC-FB11E13B904C}" srcOrd="1" destOrd="0" presId="urn:microsoft.com/office/officeart/2018/2/layout/IconVerticalSolidList"/>
    <dgm:cxn modelId="{D962D4C2-BCB6-48EF-A717-EDA94D790ABF}" type="presParOf" srcId="{0599C889-6C1E-4E3D-B212-EDEAD0941032}" destId="{0A1C80B7-80AA-4D8A-B0A2-4F674366E6D9}" srcOrd="2" destOrd="0" presId="urn:microsoft.com/office/officeart/2018/2/layout/IconVerticalSolidList"/>
    <dgm:cxn modelId="{8DBA5EA5-0C86-4BC7-989B-1787FC79B0D8}" type="presParOf" srcId="{0599C889-6C1E-4E3D-B212-EDEAD0941032}" destId="{2601BBA3-3986-4E21-AC50-377A5ADB45AA}" srcOrd="3" destOrd="0" presId="urn:microsoft.com/office/officeart/2018/2/layout/IconVerticalSolidList"/>
    <dgm:cxn modelId="{79745184-344B-4D69-A9B1-706C24E6FB79}" type="presParOf" srcId="{CE79B2EA-67F9-4051-8370-8243C9E6A745}" destId="{C67DAE1A-B12B-4BBA-8175-3004AC682459}" srcOrd="7" destOrd="0" presId="urn:microsoft.com/office/officeart/2018/2/layout/IconVerticalSolidList"/>
    <dgm:cxn modelId="{A3428D28-1AAC-422E-9765-FC5D996D1E5A}" type="presParOf" srcId="{CE79B2EA-67F9-4051-8370-8243C9E6A745}" destId="{903D2630-2142-47D2-AA39-5A920F94AA0D}" srcOrd="8" destOrd="0" presId="urn:microsoft.com/office/officeart/2018/2/layout/IconVerticalSolidList"/>
    <dgm:cxn modelId="{435F102D-B7B3-4077-8B52-0991F7E85537}" type="presParOf" srcId="{903D2630-2142-47D2-AA39-5A920F94AA0D}" destId="{F8470966-6E3D-46B3-BD04-D441CF984DBC}" srcOrd="0" destOrd="0" presId="urn:microsoft.com/office/officeart/2018/2/layout/IconVerticalSolidList"/>
    <dgm:cxn modelId="{7455AE5C-AE6D-4C34-9C79-A97306B167E9}" type="presParOf" srcId="{903D2630-2142-47D2-AA39-5A920F94AA0D}" destId="{BEC248C0-2FA2-45D0-98F9-AA94913169CC}" srcOrd="1" destOrd="0" presId="urn:microsoft.com/office/officeart/2018/2/layout/IconVerticalSolidList"/>
    <dgm:cxn modelId="{8CBF68AB-E618-4D66-B063-7A0F9D490CF3}" type="presParOf" srcId="{903D2630-2142-47D2-AA39-5A920F94AA0D}" destId="{16939CF7-5C4E-4D8F-A1B1-F3FF925211D6}" srcOrd="2" destOrd="0" presId="urn:microsoft.com/office/officeart/2018/2/layout/IconVerticalSolidList"/>
    <dgm:cxn modelId="{B9B53703-4883-426A-B175-1BFB9CDC8388}" type="presParOf" srcId="{903D2630-2142-47D2-AA39-5A920F94AA0D}" destId="{F4DBEABF-5A1A-408C-9A74-4D2875F97D4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A78193F-8B34-4C80-AF0F-B893854B94C4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FCC2986-575A-4996-AA00-7A088746F6F6}">
      <dgm:prSet/>
      <dgm:spPr/>
      <dgm:t>
        <a:bodyPr/>
        <a:lstStyle/>
        <a:p>
          <a:r>
            <a:rPr lang="en-US" dirty="0"/>
            <a:t>Phase 1: Foundation </a:t>
          </a:r>
          <a:r>
            <a:rPr lang="en-US" b="1" dirty="0"/>
            <a:t>(1–5 weeks)</a:t>
          </a:r>
        </a:p>
      </dgm:t>
    </dgm:pt>
    <dgm:pt modelId="{4030862C-3A01-4D84-82C9-C684CFE8ED00}" type="parTrans" cxnId="{6238F73C-8570-4407-B415-3FC626BA9A67}">
      <dgm:prSet/>
      <dgm:spPr/>
      <dgm:t>
        <a:bodyPr/>
        <a:lstStyle/>
        <a:p>
          <a:endParaRPr lang="en-US"/>
        </a:p>
      </dgm:t>
    </dgm:pt>
    <dgm:pt modelId="{FB021141-0F84-4E52-A901-417932E80BEC}" type="sibTrans" cxnId="{6238F73C-8570-4407-B415-3FC626BA9A67}">
      <dgm:prSet/>
      <dgm:spPr/>
      <dgm:t>
        <a:bodyPr/>
        <a:lstStyle/>
        <a:p>
          <a:endParaRPr lang="en-US"/>
        </a:p>
      </dgm:t>
    </dgm:pt>
    <dgm:pt modelId="{D219E272-EAE1-4EA8-B643-CBB3E774B2D9}">
      <dgm:prSet/>
      <dgm:spPr/>
      <dgm:t>
        <a:bodyPr/>
        <a:lstStyle/>
        <a:p>
          <a:r>
            <a:rPr lang="en-US" dirty="0"/>
            <a:t>Clean data</a:t>
          </a:r>
        </a:p>
      </dgm:t>
    </dgm:pt>
    <dgm:pt modelId="{8B20FA27-652A-436D-BC31-1BD7BDF20095}" type="parTrans" cxnId="{C0D3D558-0C71-4565-9703-D2BC84124AC9}">
      <dgm:prSet/>
      <dgm:spPr/>
      <dgm:t>
        <a:bodyPr/>
        <a:lstStyle/>
        <a:p>
          <a:endParaRPr lang="en-US"/>
        </a:p>
      </dgm:t>
    </dgm:pt>
    <dgm:pt modelId="{B636A305-F2CE-4276-8D91-C4503B273F0C}" type="sibTrans" cxnId="{C0D3D558-0C71-4565-9703-D2BC84124AC9}">
      <dgm:prSet/>
      <dgm:spPr/>
      <dgm:t>
        <a:bodyPr/>
        <a:lstStyle/>
        <a:p>
          <a:endParaRPr lang="en-US"/>
        </a:p>
      </dgm:t>
    </dgm:pt>
    <dgm:pt modelId="{0C2156A2-0352-4A85-BB0A-B0492B207BBA}">
      <dgm:prSet/>
      <dgm:spPr/>
      <dgm:t>
        <a:bodyPr/>
        <a:lstStyle/>
        <a:p>
          <a:r>
            <a:rPr lang="en-US" dirty="0"/>
            <a:t>Phase 2: Visibility </a:t>
          </a:r>
          <a:r>
            <a:rPr lang="en-US" b="1" dirty="0"/>
            <a:t>(Weeks 6–9)</a:t>
          </a:r>
        </a:p>
      </dgm:t>
    </dgm:pt>
    <dgm:pt modelId="{6166C2A7-CF75-44C5-8916-906805B33D88}" type="parTrans" cxnId="{9A607A17-3A6B-42A9-966A-886E9AD1F784}">
      <dgm:prSet/>
      <dgm:spPr/>
      <dgm:t>
        <a:bodyPr/>
        <a:lstStyle/>
        <a:p>
          <a:endParaRPr lang="en-US"/>
        </a:p>
      </dgm:t>
    </dgm:pt>
    <dgm:pt modelId="{21107797-1CB3-422C-B12F-9F90357915B2}" type="sibTrans" cxnId="{9A607A17-3A6B-42A9-966A-886E9AD1F784}">
      <dgm:prSet/>
      <dgm:spPr/>
      <dgm:t>
        <a:bodyPr/>
        <a:lstStyle/>
        <a:p>
          <a:endParaRPr lang="en-US"/>
        </a:p>
      </dgm:t>
    </dgm:pt>
    <dgm:pt modelId="{55341119-F5A4-4361-8954-AB6E988F5329}">
      <dgm:prSet/>
      <dgm:spPr/>
      <dgm:t>
        <a:bodyPr/>
        <a:lstStyle/>
        <a:p>
          <a:r>
            <a:rPr lang="en-US" dirty="0"/>
            <a:t>Dashboards</a:t>
          </a:r>
        </a:p>
      </dgm:t>
    </dgm:pt>
    <dgm:pt modelId="{E59D1DFE-5FEF-4BFA-B825-43A6D0AEEA27}" type="parTrans" cxnId="{C5C21E7A-6090-4BBE-88E2-F1B7F413EB31}">
      <dgm:prSet/>
      <dgm:spPr/>
      <dgm:t>
        <a:bodyPr/>
        <a:lstStyle/>
        <a:p>
          <a:endParaRPr lang="en-US"/>
        </a:p>
      </dgm:t>
    </dgm:pt>
    <dgm:pt modelId="{E6D24720-6754-4C1C-8803-1765C7E25D94}" type="sibTrans" cxnId="{C5C21E7A-6090-4BBE-88E2-F1B7F413EB31}">
      <dgm:prSet/>
      <dgm:spPr/>
      <dgm:t>
        <a:bodyPr/>
        <a:lstStyle/>
        <a:p>
          <a:endParaRPr lang="en-US"/>
        </a:p>
      </dgm:t>
    </dgm:pt>
    <dgm:pt modelId="{B168C146-76B8-474A-88BC-9FF0555F6CC8}">
      <dgm:prSet/>
      <dgm:spPr/>
      <dgm:t>
        <a:bodyPr/>
        <a:lstStyle/>
        <a:p>
          <a:r>
            <a:rPr lang="en-US" dirty="0"/>
            <a:t>Phase 3: Automation</a:t>
          </a:r>
          <a:br>
            <a:rPr lang="en-US" dirty="0"/>
          </a:br>
          <a:r>
            <a:rPr lang="en-US" b="1" dirty="0"/>
            <a:t> (Weeks 10–14)</a:t>
          </a:r>
        </a:p>
      </dgm:t>
    </dgm:pt>
    <dgm:pt modelId="{0BCABD5E-E2D7-48A6-B45A-D67983774A9B}" type="parTrans" cxnId="{67D5F305-CDBF-484A-89A7-CC90A0C25899}">
      <dgm:prSet/>
      <dgm:spPr/>
      <dgm:t>
        <a:bodyPr/>
        <a:lstStyle/>
        <a:p>
          <a:endParaRPr lang="en-US"/>
        </a:p>
      </dgm:t>
    </dgm:pt>
    <dgm:pt modelId="{2ED14BC3-0635-48FB-A4C2-20DED4E9B26E}" type="sibTrans" cxnId="{67D5F305-CDBF-484A-89A7-CC90A0C25899}">
      <dgm:prSet/>
      <dgm:spPr/>
      <dgm:t>
        <a:bodyPr/>
        <a:lstStyle/>
        <a:p>
          <a:endParaRPr lang="en-US"/>
        </a:p>
      </dgm:t>
    </dgm:pt>
    <dgm:pt modelId="{CF7E46C9-1B82-4D45-928D-BF10F117AAE1}">
      <dgm:prSet/>
      <dgm:spPr/>
      <dgm:t>
        <a:bodyPr/>
        <a:lstStyle/>
        <a:p>
          <a:r>
            <a:rPr lang="en-US" dirty="0"/>
            <a:t>Introduce AI insights</a:t>
          </a:r>
          <a:br>
            <a:rPr lang="en-US" dirty="0"/>
          </a:br>
          <a:r>
            <a:rPr lang="en-US" dirty="0"/>
            <a:t>Automation</a:t>
          </a:r>
        </a:p>
      </dgm:t>
    </dgm:pt>
    <dgm:pt modelId="{B5CD3ED4-8F00-45C3-96BD-79824CCE950E}" type="parTrans" cxnId="{AD612F30-BFBA-49E4-908A-93785267F3B9}">
      <dgm:prSet/>
      <dgm:spPr/>
      <dgm:t>
        <a:bodyPr/>
        <a:lstStyle/>
        <a:p>
          <a:endParaRPr lang="en-US"/>
        </a:p>
      </dgm:t>
    </dgm:pt>
    <dgm:pt modelId="{C2CF612C-7574-4EBB-9F7D-55D820416BB3}" type="sibTrans" cxnId="{AD612F30-BFBA-49E4-908A-93785267F3B9}">
      <dgm:prSet/>
      <dgm:spPr/>
      <dgm:t>
        <a:bodyPr/>
        <a:lstStyle/>
        <a:p>
          <a:endParaRPr lang="en-US"/>
        </a:p>
      </dgm:t>
    </dgm:pt>
    <dgm:pt modelId="{9C797E03-5B53-49E3-BF0D-5415C27FE9DD}">
      <dgm:prSet/>
      <dgm:spPr/>
      <dgm:t>
        <a:bodyPr/>
        <a:lstStyle/>
        <a:p>
          <a:r>
            <a:rPr lang="en-US" dirty="0"/>
            <a:t>Phase 4: AI </a:t>
          </a:r>
          <a:br>
            <a:rPr lang="en-US" dirty="0"/>
          </a:br>
          <a:r>
            <a:rPr lang="en-US" b="1" dirty="0"/>
            <a:t>Weeks (15–20)</a:t>
          </a:r>
        </a:p>
      </dgm:t>
    </dgm:pt>
    <dgm:pt modelId="{C2971821-600B-4E7E-9051-B12004C74564}" type="parTrans" cxnId="{100ED7FD-A213-4963-99B8-F4A79E5889E5}">
      <dgm:prSet/>
      <dgm:spPr/>
      <dgm:t>
        <a:bodyPr/>
        <a:lstStyle/>
        <a:p>
          <a:endParaRPr lang="en-US"/>
        </a:p>
      </dgm:t>
    </dgm:pt>
    <dgm:pt modelId="{EC7FC9B5-EFDC-4AD2-BA89-703788FCCA84}" type="sibTrans" cxnId="{100ED7FD-A213-4963-99B8-F4A79E5889E5}">
      <dgm:prSet/>
      <dgm:spPr/>
      <dgm:t>
        <a:bodyPr/>
        <a:lstStyle/>
        <a:p>
          <a:endParaRPr lang="en-US"/>
        </a:p>
      </dgm:t>
    </dgm:pt>
    <dgm:pt modelId="{22A24751-41E1-4B60-868E-FB9060024148}">
      <dgm:prSet/>
      <dgm:spPr/>
      <dgm:t>
        <a:bodyPr/>
        <a:lstStyle/>
        <a:p>
          <a:r>
            <a:rPr lang="en-US" dirty="0"/>
            <a:t>Advanced predictive selling</a:t>
          </a:r>
          <a:br>
            <a:rPr lang="en-US" dirty="0"/>
          </a:br>
          <a:r>
            <a:rPr lang="en-US" dirty="0"/>
            <a:t>AI summaries</a:t>
          </a:r>
        </a:p>
      </dgm:t>
    </dgm:pt>
    <dgm:pt modelId="{6D414B30-C4EA-4858-9858-5CEE59559E93}" type="parTrans" cxnId="{3968CDBC-E91F-4A23-9923-B8735BA2B714}">
      <dgm:prSet/>
      <dgm:spPr/>
      <dgm:t>
        <a:bodyPr/>
        <a:lstStyle/>
        <a:p>
          <a:endParaRPr lang="en-US"/>
        </a:p>
      </dgm:t>
    </dgm:pt>
    <dgm:pt modelId="{E462C63D-B4F8-4CBA-92FD-C1565CD39286}" type="sibTrans" cxnId="{3968CDBC-E91F-4A23-9923-B8735BA2B714}">
      <dgm:prSet/>
      <dgm:spPr/>
      <dgm:t>
        <a:bodyPr/>
        <a:lstStyle/>
        <a:p>
          <a:endParaRPr lang="en-US"/>
        </a:p>
      </dgm:t>
    </dgm:pt>
    <dgm:pt modelId="{13CD870D-85FB-4DB2-A9F8-4301E08755DA}">
      <dgm:prSet/>
      <dgm:spPr/>
      <dgm:t>
        <a:bodyPr/>
        <a:lstStyle/>
        <a:p>
          <a:r>
            <a:rPr lang="en-US"/>
            <a:t>Define process</a:t>
          </a:r>
          <a:endParaRPr lang="en-US" dirty="0"/>
        </a:p>
      </dgm:t>
    </dgm:pt>
    <dgm:pt modelId="{F8B4EB20-2C21-41BD-A5F6-D38068CBB787}" type="parTrans" cxnId="{B92DE2F4-7A96-4D6C-A3B9-B2698A5AC39B}">
      <dgm:prSet/>
      <dgm:spPr/>
      <dgm:t>
        <a:bodyPr/>
        <a:lstStyle/>
        <a:p>
          <a:endParaRPr lang="en-US"/>
        </a:p>
      </dgm:t>
    </dgm:pt>
    <dgm:pt modelId="{2D43A126-9B01-4A9E-A329-4CB62A711C88}" type="sibTrans" cxnId="{B92DE2F4-7A96-4D6C-A3B9-B2698A5AC39B}">
      <dgm:prSet/>
      <dgm:spPr/>
      <dgm:t>
        <a:bodyPr/>
        <a:lstStyle/>
        <a:p>
          <a:endParaRPr lang="en-US"/>
        </a:p>
      </dgm:t>
    </dgm:pt>
    <dgm:pt modelId="{16CB85A0-C41D-427E-9EB8-09EB363C39A7}">
      <dgm:prSet/>
      <dgm:spPr/>
      <dgm:t>
        <a:bodyPr/>
        <a:lstStyle/>
        <a:p>
          <a:r>
            <a:rPr lang="en-US" dirty="0"/>
            <a:t>Required fields</a:t>
          </a:r>
        </a:p>
      </dgm:t>
    </dgm:pt>
    <dgm:pt modelId="{4D0E308E-0C5D-4298-8747-C994B93687EE}" type="parTrans" cxnId="{BE894C9D-4FB4-402F-9995-F85F22073351}">
      <dgm:prSet/>
      <dgm:spPr/>
      <dgm:t>
        <a:bodyPr/>
        <a:lstStyle/>
        <a:p>
          <a:endParaRPr lang="en-US"/>
        </a:p>
      </dgm:t>
    </dgm:pt>
    <dgm:pt modelId="{73E5300F-6082-492F-9677-44D9FB1657DF}" type="sibTrans" cxnId="{BE894C9D-4FB4-402F-9995-F85F22073351}">
      <dgm:prSet/>
      <dgm:spPr/>
      <dgm:t>
        <a:bodyPr/>
        <a:lstStyle/>
        <a:p>
          <a:endParaRPr lang="en-US"/>
        </a:p>
      </dgm:t>
    </dgm:pt>
    <dgm:pt modelId="{65ACC633-9BFD-4CDA-B534-3AEDDEC3EEFE}">
      <dgm:prSet/>
      <dgm:spPr/>
      <dgm:t>
        <a:bodyPr/>
        <a:lstStyle/>
        <a:p>
          <a:r>
            <a:rPr lang="en-US"/>
            <a:t>Quick wins</a:t>
          </a:r>
          <a:endParaRPr lang="en-US" dirty="0"/>
        </a:p>
      </dgm:t>
    </dgm:pt>
    <dgm:pt modelId="{B957A259-CBB1-48E0-BB38-26F1B5CCEFB7}" type="parTrans" cxnId="{ED8E6C82-89CF-4A83-8D92-785C08A36AD5}">
      <dgm:prSet/>
      <dgm:spPr/>
      <dgm:t>
        <a:bodyPr/>
        <a:lstStyle/>
        <a:p>
          <a:endParaRPr lang="en-US"/>
        </a:p>
      </dgm:t>
    </dgm:pt>
    <dgm:pt modelId="{B2B1171D-AE8D-4766-8463-5B739897AFE3}" type="sibTrans" cxnId="{ED8E6C82-89CF-4A83-8D92-785C08A36AD5}">
      <dgm:prSet/>
      <dgm:spPr/>
      <dgm:t>
        <a:bodyPr/>
        <a:lstStyle/>
        <a:p>
          <a:endParaRPr lang="en-US"/>
        </a:p>
      </dgm:t>
    </dgm:pt>
    <dgm:pt modelId="{12D4E029-6A3E-4606-8076-0EC50D77A742}">
      <dgm:prSet/>
      <dgm:spPr/>
      <dgm:t>
        <a:bodyPr/>
        <a:lstStyle/>
        <a:p>
          <a:r>
            <a:rPr lang="en-US" dirty="0"/>
            <a:t>User adoption</a:t>
          </a:r>
        </a:p>
      </dgm:t>
    </dgm:pt>
    <dgm:pt modelId="{01AF4C30-ACDC-4C9C-BA4B-48F69CF45089}" type="parTrans" cxnId="{46A39B96-8B95-4D43-A8DD-3E5549BEC0D9}">
      <dgm:prSet/>
      <dgm:spPr/>
      <dgm:t>
        <a:bodyPr/>
        <a:lstStyle/>
        <a:p>
          <a:endParaRPr lang="en-US"/>
        </a:p>
      </dgm:t>
    </dgm:pt>
    <dgm:pt modelId="{5044A4CB-724C-4C71-9CD3-3B9D21B96EC0}" type="sibTrans" cxnId="{46A39B96-8B95-4D43-A8DD-3E5549BEC0D9}">
      <dgm:prSet/>
      <dgm:spPr/>
      <dgm:t>
        <a:bodyPr/>
        <a:lstStyle/>
        <a:p>
          <a:endParaRPr lang="en-US"/>
        </a:p>
      </dgm:t>
    </dgm:pt>
    <dgm:pt modelId="{21288C6F-43F5-4B55-8E29-CA1054593585}">
      <dgm:prSet/>
      <dgm:spPr/>
      <dgm:t>
        <a:bodyPr/>
        <a:lstStyle/>
        <a:p>
          <a:r>
            <a:rPr lang="en-US" dirty="0"/>
            <a:t>Auto follow-ups</a:t>
          </a:r>
        </a:p>
      </dgm:t>
    </dgm:pt>
    <dgm:pt modelId="{AF549692-EB52-48BD-9C70-49D3A2A8F434}" type="parTrans" cxnId="{639A10AC-EAE6-43B6-82F5-14549085016D}">
      <dgm:prSet/>
      <dgm:spPr/>
      <dgm:t>
        <a:bodyPr/>
        <a:lstStyle/>
        <a:p>
          <a:endParaRPr lang="en-US"/>
        </a:p>
      </dgm:t>
    </dgm:pt>
    <dgm:pt modelId="{6D65C7D8-3DBC-4857-B0D0-33E53261EDBE}" type="sibTrans" cxnId="{639A10AC-EAE6-43B6-82F5-14549085016D}">
      <dgm:prSet/>
      <dgm:spPr/>
      <dgm:t>
        <a:bodyPr/>
        <a:lstStyle/>
        <a:p>
          <a:endParaRPr lang="en-US"/>
        </a:p>
      </dgm:t>
    </dgm:pt>
    <dgm:pt modelId="{BF76142C-1BE5-4E1A-868D-2370A2DD91D2}">
      <dgm:prSet/>
      <dgm:spPr/>
      <dgm:t>
        <a:bodyPr/>
        <a:lstStyle/>
        <a:p>
          <a:r>
            <a:rPr lang="en-US" dirty="0"/>
            <a:t>Alerts</a:t>
          </a:r>
        </a:p>
      </dgm:t>
    </dgm:pt>
    <dgm:pt modelId="{1DE72449-F535-44CB-A7C1-D42DF76FA52F}" type="parTrans" cxnId="{AE123AF7-D7B5-425B-9B6C-2A367090354B}">
      <dgm:prSet/>
      <dgm:spPr/>
      <dgm:t>
        <a:bodyPr/>
        <a:lstStyle/>
        <a:p>
          <a:endParaRPr lang="en-US"/>
        </a:p>
      </dgm:t>
    </dgm:pt>
    <dgm:pt modelId="{4AD031A5-C348-4481-AB6E-36A986537409}" type="sibTrans" cxnId="{AE123AF7-D7B5-425B-9B6C-2A367090354B}">
      <dgm:prSet/>
      <dgm:spPr/>
      <dgm:t>
        <a:bodyPr/>
        <a:lstStyle/>
        <a:p>
          <a:endParaRPr lang="en-US"/>
        </a:p>
      </dgm:t>
    </dgm:pt>
    <dgm:pt modelId="{7E2E0FB3-FFDC-42FD-B43E-92340787D7C3}">
      <dgm:prSet/>
      <dgm:spPr/>
      <dgm:t>
        <a:bodyPr/>
        <a:lstStyle/>
        <a:p>
          <a:r>
            <a:rPr lang="en-US" dirty="0"/>
            <a:t>Process flows</a:t>
          </a:r>
        </a:p>
      </dgm:t>
    </dgm:pt>
    <dgm:pt modelId="{C053568F-AF59-4FFE-AC1B-E916982F6C1A}" type="parTrans" cxnId="{57C5BB75-E2B9-46D9-B74E-AC374D48177B}">
      <dgm:prSet/>
      <dgm:spPr/>
      <dgm:t>
        <a:bodyPr/>
        <a:lstStyle/>
        <a:p>
          <a:endParaRPr lang="en-US"/>
        </a:p>
      </dgm:t>
    </dgm:pt>
    <dgm:pt modelId="{EF80FD01-F56F-4B33-BA1D-B3D65A26F22E}" type="sibTrans" cxnId="{57C5BB75-E2B9-46D9-B74E-AC374D48177B}">
      <dgm:prSet/>
      <dgm:spPr/>
      <dgm:t>
        <a:bodyPr/>
        <a:lstStyle/>
        <a:p>
          <a:endParaRPr lang="en-US"/>
        </a:p>
      </dgm:t>
    </dgm:pt>
    <dgm:pt modelId="{5130544E-F708-4D09-AD49-DABF5E85EAED}">
      <dgm:prSet/>
      <dgm:spPr/>
      <dgm:t>
        <a:bodyPr/>
        <a:lstStyle/>
        <a:p>
          <a:r>
            <a:rPr lang="en-US"/>
            <a:t>Next best action</a:t>
          </a:r>
          <a:endParaRPr lang="en-US" dirty="0"/>
        </a:p>
      </dgm:t>
    </dgm:pt>
    <dgm:pt modelId="{005EC2DF-D52B-48EB-B722-8A0EAA0A4217}" type="parTrans" cxnId="{B62C6DB4-846D-406A-90EA-922DDA9B9BF0}">
      <dgm:prSet/>
      <dgm:spPr/>
      <dgm:t>
        <a:bodyPr/>
        <a:lstStyle/>
        <a:p>
          <a:endParaRPr lang="en-US"/>
        </a:p>
      </dgm:t>
    </dgm:pt>
    <dgm:pt modelId="{F9B43ACD-98BE-4F92-9FCD-CD0B211DDF31}" type="sibTrans" cxnId="{B62C6DB4-846D-406A-90EA-922DDA9B9BF0}">
      <dgm:prSet/>
      <dgm:spPr/>
      <dgm:t>
        <a:bodyPr/>
        <a:lstStyle/>
        <a:p>
          <a:endParaRPr lang="en-US"/>
        </a:p>
      </dgm:t>
    </dgm:pt>
    <dgm:pt modelId="{31E2FCCD-EE37-4D8A-9BAE-C38B7D65360B}">
      <dgm:prSet/>
      <dgm:spPr/>
      <dgm:t>
        <a:bodyPr/>
        <a:lstStyle/>
        <a:p>
          <a:r>
            <a:rPr lang="en-US" dirty="0"/>
            <a:t>Risk alerts</a:t>
          </a:r>
        </a:p>
      </dgm:t>
    </dgm:pt>
    <dgm:pt modelId="{D7E7EC55-503E-4E76-8459-051919703E7B}" type="parTrans" cxnId="{60F1FC18-50C1-4538-958D-172FBB1CA2D5}">
      <dgm:prSet/>
      <dgm:spPr/>
      <dgm:t>
        <a:bodyPr/>
        <a:lstStyle/>
        <a:p>
          <a:endParaRPr lang="en-US"/>
        </a:p>
      </dgm:t>
    </dgm:pt>
    <dgm:pt modelId="{6F317D54-FA68-4790-952A-BE93E81E6722}" type="sibTrans" cxnId="{60F1FC18-50C1-4538-958D-172FBB1CA2D5}">
      <dgm:prSet/>
      <dgm:spPr/>
      <dgm:t>
        <a:bodyPr/>
        <a:lstStyle/>
        <a:p>
          <a:endParaRPr lang="en-US"/>
        </a:p>
      </dgm:t>
    </dgm:pt>
    <dgm:pt modelId="{EBEEABD1-41BE-4B61-A3EF-9B29D707AFD7}" type="pres">
      <dgm:prSet presAssocID="{CA78193F-8B34-4C80-AF0F-B893854B94C4}" presName="Name0" presStyleCnt="0">
        <dgm:presLayoutVars>
          <dgm:dir/>
          <dgm:animLvl val="lvl"/>
          <dgm:resizeHandles val="exact"/>
        </dgm:presLayoutVars>
      </dgm:prSet>
      <dgm:spPr/>
    </dgm:pt>
    <dgm:pt modelId="{A728E1F6-A2F8-49E6-9063-0F46BF31EAB1}" type="pres">
      <dgm:prSet presAssocID="{CFCC2986-575A-4996-AA00-7A088746F6F6}" presName="composite" presStyleCnt="0"/>
      <dgm:spPr/>
    </dgm:pt>
    <dgm:pt modelId="{8C0DFE17-C0ED-4C74-9C52-AB2982FA19D7}" type="pres">
      <dgm:prSet presAssocID="{CFCC2986-575A-4996-AA00-7A088746F6F6}" presName="parTx" presStyleLbl="alignNode1" presStyleIdx="0" presStyleCnt="4">
        <dgm:presLayoutVars>
          <dgm:chMax val="0"/>
          <dgm:chPref val="0"/>
        </dgm:presLayoutVars>
      </dgm:prSet>
      <dgm:spPr/>
    </dgm:pt>
    <dgm:pt modelId="{B480A21E-BC1B-4573-92D7-4EEB788E0526}" type="pres">
      <dgm:prSet presAssocID="{CFCC2986-575A-4996-AA00-7A088746F6F6}" presName="desTx" presStyleLbl="alignAccFollowNode1" presStyleIdx="0" presStyleCnt="4">
        <dgm:presLayoutVars/>
      </dgm:prSet>
      <dgm:spPr/>
    </dgm:pt>
    <dgm:pt modelId="{8DF9B6B8-B779-49D8-8ADF-761279EB3961}" type="pres">
      <dgm:prSet presAssocID="{FB021141-0F84-4E52-A901-417932E80BEC}" presName="space" presStyleCnt="0"/>
      <dgm:spPr/>
    </dgm:pt>
    <dgm:pt modelId="{828EA9DC-20F2-4BCC-AB00-050417101299}" type="pres">
      <dgm:prSet presAssocID="{0C2156A2-0352-4A85-BB0A-B0492B207BBA}" presName="composite" presStyleCnt="0"/>
      <dgm:spPr/>
    </dgm:pt>
    <dgm:pt modelId="{E0C5EE4C-54B1-4B0B-AC81-C8C4386CF06A}" type="pres">
      <dgm:prSet presAssocID="{0C2156A2-0352-4A85-BB0A-B0492B207BBA}" presName="parTx" presStyleLbl="alignNode1" presStyleIdx="1" presStyleCnt="4">
        <dgm:presLayoutVars>
          <dgm:chMax val="0"/>
          <dgm:chPref val="0"/>
        </dgm:presLayoutVars>
      </dgm:prSet>
      <dgm:spPr/>
    </dgm:pt>
    <dgm:pt modelId="{02A81C7E-A261-4D4B-9C8C-A67A63353338}" type="pres">
      <dgm:prSet presAssocID="{0C2156A2-0352-4A85-BB0A-B0492B207BBA}" presName="desTx" presStyleLbl="alignAccFollowNode1" presStyleIdx="1" presStyleCnt="4">
        <dgm:presLayoutVars/>
      </dgm:prSet>
      <dgm:spPr/>
    </dgm:pt>
    <dgm:pt modelId="{13BDBD47-53FB-4BFA-A406-0081BED9126C}" type="pres">
      <dgm:prSet presAssocID="{21107797-1CB3-422C-B12F-9F90357915B2}" presName="space" presStyleCnt="0"/>
      <dgm:spPr/>
    </dgm:pt>
    <dgm:pt modelId="{751F5E8E-6FD0-4D1C-8101-B55DC47F4339}" type="pres">
      <dgm:prSet presAssocID="{B168C146-76B8-474A-88BC-9FF0555F6CC8}" presName="composite" presStyleCnt="0"/>
      <dgm:spPr/>
    </dgm:pt>
    <dgm:pt modelId="{40D834B7-A281-40BD-A5A8-D87D25486070}" type="pres">
      <dgm:prSet presAssocID="{B168C146-76B8-474A-88BC-9FF0555F6CC8}" presName="parTx" presStyleLbl="alignNode1" presStyleIdx="2" presStyleCnt="4">
        <dgm:presLayoutVars>
          <dgm:chMax val="0"/>
          <dgm:chPref val="0"/>
        </dgm:presLayoutVars>
      </dgm:prSet>
      <dgm:spPr/>
    </dgm:pt>
    <dgm:pt modelId="{D7BF984D-4B9A-44F4-9CB0-4816470BFC3E}" type="pres">
      <dgm:prSet presAssocID="{B168C146-76B8-474A-88BC-9FF0555F6CC8}" presName="desTx" presStyleLbl="alignAccFollowNode1" presStyleIdx="2" presStyleCnt="4">
        <dgm:presLayoutVars/>
      </dgm:prSet>
      <dgm:spPr/>
    </dgm:pt>
    <dgm:pt modelId="{CADBFC17-A1E2-4254-8C27-2DE393C2348E}" type="pres">
      <dgm:prSet presAssocID="{2ED14BC3-0635-48FB-A4C2-20DED4E9B26E}" presName="space" presStyleCnt="0"/>
      <dgm:spPr/>
    </dgm:pt>
    <dgm:pt modelId="{7B5FB063-6B5C-4A62-BFA1-EBE7899E529E}" type="pres">
      <dgm:prSet presAssocID="{9C797E03-5B53-49E3-BF0D-5415C27FE9DD}" presName="composite" presStyleCnt="0"/>
      <dgm:spPr/>
    </dgm:pt>
    <dgm:pt modelId="{05D3795C-9F6B-4FD5-8D4D-BF5AE9754E38}" type="pres">
      <dgm:prSet presAssocID="{9C797E03-5B53-49E3-BF0D-5415C27FE9DD}" presName="parTx" presStyleLbl="alignNode1" presStyleIdx="3" presStyleCnt="4">
        <dgm:presLayoutVars>
          <dgm:chMax val="0"/>
          <dgm:chPref val="0"/>
        </dgm:presLayoutVars>
      </dgm:prSet>
      <dgm:spPr/>
    </dgm:pt>
    <dgm:pt modelId="{E5F7DC48-843C-413B-BCEB-077E83113859}" type="pres">
      <dgm:prSet presAssocID="{9C797E03-5B53-49E3-BF0D-5415C27FE9DD}" presName="desTx" presStyleLbl="alignAccFollowNode1" presStyleIdx="3" presStyleCnt="4">
        <dgm:presLayoutVars/>
      </dgm:prSet>
      <dgm:spPr/>
    </dgm:pt>
  </dgm:ptLst>
  <dgm:cxnLst>
    <dgm:cxn modelId="{6B303F01-3BCF-4620-B0E9-A9A16E747B2F}" type="presOf" srcId="{16CB85A0-C41D-427E-9EB8-09EB363C39A7}" destId="{B480A21E-BC1B-4573-92D7-4EEB788E0526}" srcOrd="0" destOrd="2" presId="urn:microsoft.com/office/officeart/2016/7/layout/ChevronBlockProcess"/>
    <dgm:cxn modelId="{09232102-BAA0-4334-85B1-BA261B1FF669}" type="presOf" srcId="{65ACC633-9BFD-4CDA-B534-3AEDDEC3EEFE}" destId="{02A81C7E-A261-4D4B-9C8C-A67A63353338}" srcOrd="0" destOrd="1" presId="urn:microsoft.com/office/officeart/2016/7/layout/ChevronBlockProcess"/>
    <dgm:cxn modelId="{54DB7802-3C6B-47F1-9D68-F292B5C58D5D}" type="presOf" srcId="{5130544E-F708-4D09-AD49-DABF5E85EAED}" destId="{E5F7DC48-843C-413B-BCEB-077E83113859}" srcOrd="0" destOrd="1" presId="urn:microsoft.com/office/officeart/2016/7/layout/ChevronBlockProcess"/>
    <dgm:cxn modelId="{67D5F305-CDBF-484A-89A7-CC90A0C25899}" srcId="{CA78193F-8B34-4C80-AF0F-B893854B94C4}" destId="{B168C146-76B8-474A-88BC-9FF0555F6CC8}" srcOrd="2" destOrd="0" parTransId="{0BCABD5E-E2D7-48A6-B45A-D67983774A9B}" sibTransId="{2ED14BC3-0635-48FB-A4C2-20DED4E9B26E}"/>
    <dgm:cxn modelId="{9A607A17-3A6B-42A9-966A-886E9AD1F784}" srcId="{CA78193F-8B34-4C80-AF0F-B893854B94C4}" destId="{0C2156A2-0352-4A85-BB0A-B0492B207BBA}" srcOrd="1" destOrd="0" parTransId="{6166C2A7-CF75-44C5-8916-906805B33D88}" sibTransId="{21107797-1CB3-422C-B12F-9F90357915B2}"/>
    <dgm:cxn modelId="{60F1FC18-50C1-4538-958D-172FBB1CA2D5}" srcId="{9C797E03-5B53-49E3-BF0D-5415C27FE9DD}" destId="{31E2FCCD-EE37-4D8A-9BAE-C38B7D65360B}" srcOrd="2" destOrd="0" parTransId="{D7E7EC55-503E-4E76-8459-051919703E7B}" sibTransId="{6F317D54-FA68-4790-952A-BE93E81E6722}"/>
    <dgm:cxn modelId="{FBC4271D-3197-4ABE-B893-3D8BB14C3AF0}" type="presOf" srcId="{BF76142C-1BE5-4E1A-868D-2370A2DD91D2}" destId="{D7BF984D-4B9A-44F4-9CB0-4816470BFC3E}" srcOrd="0" destOrd="2" presId="urn:microsoft.com/office/officeart/2016/7/layout/ChevronBlockProcess"/>
    <dgm:cxn modelId="{3A05EB1D-3499-496B-BD8A-38A148F77CC4}" type="presOf" srcId="{0C2156A2-0352-4A85-BB0A-B0492B207BBA}" destId="{E0C5EE4C-54B1-4B0B-AC81-C8C4386CF06A}" srcOrd="0" destOrd="0" presId="urn:microsoft.com/office/officeart/2016/7/layout/ChevronBlockProcess"/>
    <dgm:cxn modelId="{612FC322-F551-48D4-85D3-893A980E4529}" type="presOf" srcId="{9C797E03-5B53-49E3-BF0D-5415C27FE9DD}" destId="{05D3795C-9F6B-4FD5-8D4D-BF5AE9754E38}" srcOrd="0" destOrd="0" presId="urn:microsoft.com/office/officeart/2016/7/layout/ChevronBlockProcess"/>
    <dgm:cxn modelId="{AB7DD32B-9705-487E-AE1C-1B58679CE2E1}" type="presOf" srcId="{CA78193F-8B34-4C80-AF0F-B893854B94C4}" destId="{EBEEABD1-41BE-4B61-A3EF-9B29D707AFD7}" srcOrd="0" destOrd="0" presId="urn:microsoft.com/office/officeart/2016/7/layout/ChevronBlockProcess"/>
    <dgm:cxn modelId="{AD612F30-BFBA-49E4-908A-93785267F3B9}" srcId="{B168C146-76B8-474A-88BC-9FF0555F6CC8}" destId="{CF7E46C9-1B82-4D45-928D-BF10F117AAE1}" srcOrd="0" destOrd="0" parTransId="{B5CD3ED4-8F00-45C3-96BD-79824CCE950E}" sibTransId="{C2CF612C-7574-4EBB-9F7D-55D820416BB3}"/>
    <dgm:cxn modelId="{352DB034-FFF0-4B4E-B598-115694391F32}" type="presOf" srcId="{21288C6F-43F5-4B55-8E29-CA1054593585}" destId="{D7BF984D-4B9A-44F4-9CB0-4816470BFC3E}" srcOrd="0" destOrd="1" presId="urn:microsoft.com/office/officeart/2016/7/layout/ChevronBlockProcess"/>
    <dgm:cxn modelId="{6238F73C-8570-4407-B415-3FC626BA9A67}" srcId="{CA78193F-8B34-4C80-AF0F-B893854B94C4}" destId="{CFCC2986-575A-4996-AA00-7A088746F6F6}" srcOrd="0" destOrd="0" parTransId="{4030862C-3A01-4D84-82C9-C684CFE8ED00}" sibTransId="{FB021141-0F84-4E52-A901-417932E80BEC}"/>
    <dgm:cxn modelId="{D932F15D-2063-4F06-8D90-249D0F54E263}" type="presOf" srcId="{B168C146-76B8-474A-88BC-9FF0555F6CC8}" destId="{40D834B7-A281-40BD-A5A8-D87D25486070}" srcOrd="0" destOrd="0" presId="urn:microsoft.com/office/officeart/2016/7/layout/ChevronBlockProcess"/>
    <dgm:cxn modelId="{B1584568-D6B0-4B14-85C2-AC28F585B827}" type="presOf" srcId="{31E2FCCD-EE37-4D8A-9BAE-C38B7D65360B}" destId="{E5F7DC48-843C-413B-BCEB-077E83113859}" srcOrd="0" destOrd="2" presId="urn:microsoft.com/office/officeart/2016/7/layout/ChevronBlockProcess"/>
    <dgm:cxn modelId="{57C5BB75-E2B9-46D9-B74E-AC374D48177B}" srcId="{B168C146-76B8-474A-88BC-9FF0555F6CC8}" destId="{7E2E0FB3-FFDC-42FD-B43E-92340787D7C3}" srcOrd="3" destOrd="0" parTransId="{C053568F-AF59-4FFE-AC1B-E916982F6C1A}" sibTransId="{EF80FD01-F56F-4B33-BA1D-B3D65A26F22E}"/>
    <dgm:cxn modelId="{C0D3D558-0C71-4565-9703-D2BC84124AC9}" srcId="{CFCC2986-575A-4996-AA00-7A088746F6F6}" destId="{D219E272-EAE1-4EA8-B643-CBB3E774B2D9}" srcOrd="0" destOrd="0" parTransId="{8B20FA27-652A-436D-BC31-1BD7BDF20095}" sibTransId="{B636A305-F2CE-4276-8D91-C4503B273F0C}"/>
    <dgm:cxn modelId="{C5C21E7A-6090-4BBE-88E2-F1B7F413EB31}" srcId="{0C2156A2-0352-4A85-BB0A-B0492B207BBA}" destId="{55341119-F5A4-4361-8954-AB6E988F5329}" srcOrd="0" destOrd="0" parTransId="{E59D1DFE-5FEF-4BFA-B825-43A6D0AEEA27}" sibTransId="{E6D24720-6754-4C1C-8803-1765C7E25D94}"/>
    <dgm:cxn modelId="{ED8E6C82-89CF-4A83-8D92-785C08A36AD5}" srcId="{0C2156A2-0352-4A85-BB0A-B0492B207BBA}" destId="{65ACC633-9BFD-4CDA-B534-3AEDDEC3EEFE}" srcOrd="1" destOrd="0" parTransId="{B957A259-CBB1-48E0-BB38-26F1B5CCEFB7}" sibTransId="{B2B1171D-AE8D-4766-8463-5B739897AFE3}"/>
    <dgm:cxn modelId="{43590684-3034-4949-A7A0-5DA2AA0EC523}" type="presOf" srcId="{CFCC2986-575A-4996-AA00-7A088746F6F6}" destId="{8C0DFE17-C0ED-4C74-9C52-AB2982FA19D7}" srcOrd="0" destOrd="0" presId="urn:microsoft.com/office/officeart/2016/7/layout/ChevronBlockProcess"/>
    <dgm:cxn modelId="{AD5E1E85-C68B-4FF8-A9EE-C90D17EC299D}" type="presOf" srcId="{55341119-F5A4-4361-8954-AB6E988F5329}" destId="{02A81C7E-A261-4D4B-9C8C-A67A63353338}" srcOrd="0" destOrd="0" presId="urn:microsoft.com/office/officeart/2016/7/layout/ChevronBlockProcess"/>
    <dgm:cxn modelId="{46A39B96-8B95-4D43-A8DD-3E5549BEC0D9}" srcId="{0C2156A2-0352-4A85-BB0A-B0492B207BBA}" destId="{12D4E029-6A3E-4606-8076-0EC50D77A742}" srcOrd="2" destOrd="0" parTransId="{01AF4C30-ACDC-4C9C-BA4B-48F69CF45089}" sibTransId="{5044A4CB-724C-4C71-9CD3-3B9D21B96EC0}"/>
    <dgm:cxn modelId="{BE894C9D-4FB4-402F-9995-F85F22073351}" srcId="{CFCC2986-575A-4996-AA00-7A088746F6F6}" destId="{16CB85A0-C41D-427E-9EB8-09EB363C39A7}" srcOrd="2" destOrd="0" parTransId="{4D0E308E-0C5D-4298-8747-C994B93687EE}" sibTransId="{73E5300F-6082-492F-9677-44D9FB1657DF}"/>
    <dgm:cxn modelId="{807A77A1-93F0-4632-9DF4-FD35CD84AFE9}" type="presOf" srcId="{12D4E029-6A3E-4606-8076-0EC50D77A742}" destId="{02A81C7E-A261-4D4B-9C8C-A67A63353338}" srcOrd="0" destOrd="2" presId="urn:microsoft.com/office/officeart/2016/7/layout/ChevronBlockProcess"/>
    <dgm:cxn modelId="{639A10AC-EAE6-43B6-82F5-14549085016D}" srcId="{B168C146-76B8-474A-88BC-9FF0555F6CC8}" destId="{21288C6F-43F5-4B55-8E29-CA1054593585}" srcOrd="1" destOrd="0" parTransId="{AF549692-EB52-48BD-9C70-49D3A2A8F434}" sibTransId="{6D65C7D8-3DBC-4857-B0D0-33E53261EDBE}"/>
    <dgm:cxn modelId="{B62C6DB4-846D-406A-90EA-922DDA9B9BF0}" srcId="{9C797E03-5B53-49E3-BF0D-5415C27FE9DD}" destId="{5130544E-F708-4D09-AD49-DABF5E85EAED}" srcOrd="1" destOrd="0" parTransId="{005EC2DF-D52B-48EB-B722-8A0EAA0A4217}" sibTransId="{F9B43ACD-98BE-4F92-9FCD-CD0B211DDF31}"/>
    <dgm:cxn modelId="{3968CDBC-E91F-4A23-9923-B8735BA2B714}" srcId="{9C797E03-5B53-49E3-BF0D-5415C27FE9DD}" destId="{22A24751-41E1-4B60-868E-FB9060024148}" srcOrd="0" destOrd="0" parTransId="{6D414B30-C4EA-4858-9858-5CEE59559E93}" sibTransId="{E462C63D-B4F8-4CBA-92FD-C1565CD39286}"/>
    <dgm:cxn modelId="{4EAF67C6-0A08-4075-9A90-AA0EBECC501B}" type="presOf" srcId="{CF7E46C9-1B82-4D45-928D-BF10F117AAE1}" destId="{D7BF984D-4B9A-44F4-9CB0-4816470BFC3E}" srcOrd="0" destOrd="0" presId="urn:microsoft.com/office/officeart/2016/7/layout/ChevronBlockProcess"/>
    <dgm:cxn modelId="{0EEDF0CC-737E-4270-922F-C28CDC545C4C}" type="presOf" srcId="{D219E272-EAE1-4EA8-B643-CBB3E774B2D9}" destId="{B480A21E-BC1B-4573-92D7-4EEB788E0526}" srcOrd="0" destOrd="0" presId="urn:microsoft.com/office/officeart/2016/7/layout/ChevronBlockProcess"/>
    <dgm:cxn modelId="{09CC66D6-2409-4908-9F7C-1ADD5B3AF64D}" type="presOf" srcId="{7E2E0FB3-FFDC-42FD-B43E-92340787D7C3}" destId="{D7BF984D-4B9A-44F4-9CB0-4816470BFC3E}" srcOrd="0" destOrd="3" presId="urn:microsoft.com/office/officeart/2016/7/layout/ChevronBlockProcess"/>
    <dgm:cxn modelId="{9F45DAE5-0A83-4BB4-BAFB-779BF30715AC}" type="presOf" srcId="{13CD870D-85FB-4DB2-A9F8-4301E08755DA}" destId="{B480A21E-BC1B-4573-92D7-4EEB788E0526}" srcOrd="0" destOrd="1" presId="urn:microsoft.com/office/officeart/2016/7/layout/ChevronBlockProcess"/>
    <dgm:cxn modelId="{AEB9E0E8-2080-426F-8701-D15B67C8C4DE}" type="presOf" srcId="{22A24751-41E1-4B60-868E-FB9060024148}" destId="{E5F7DC48-843C-413B-BCEB-077E83113859}" srcOrd="0" destOrd="0" presId="urn:microsoft.com/office/officeart/2016/7/layout/ChevronBlockProcess"/>
    <dgm:cxn modelId="{B92DE2F4-7A96-4D6C-A3B9-B2698A5AC39B}" srcId="{CFCC2986-575A-4996-AA00-7A088746F6F6}" destId="{13CD870D-85FB-4DB2-A9F8-4301E08755DA}" srcOrd="1" destOrd="0" parTransId="{F8B4EB20-2C21-41BD-A5F6-D38068CBB787}" sibTransId="{2D43A126-9B01-4A9E-A329-4CB62A711C88}"/>
    <dgm:cxn modelId="{AE123AF7-D7B5-425B-9B6C-2A367090354B}" srcId="{B168C146-76B8-474A-88BC-9FF0555F6CC8}" destId="{BF76142C-1BE5-4E1A-868D-2370A2DD91D2}" srcOrd="2" destOrd="0" parTransId="{1DE72449-F535-44CB-A7C1-D42DF76FA52F}" sibTransId="{4AD031A5-C348-4481-AB6E-36A986537409}"/>
    <dgm:cxn modelId="{100ED7FD-A213-4963-99B8-F4A79E5889E5}" srcId="{CA78193F-8B34-4C80-AF0F-B893854B94C4}" destId="{9C797E03-5B53-49E3-BF0D-5415C27FE9DD}" srcOrd="3" destOrd="0" parTransId="{C2971821-600B-4E7E-9051-B12004C74564}" sibTransId="{EC7FC9B5-EFDC-4AD2-BA89-703788FCCA84}"/>
    <dgm:cxn modelId="{3F120449-7C19-41EC-824F-25C713C65A04}" type="presParOf" srcId="{EBEEABD1-41BE-4B61-A3EF-9B29D707AFD7}" destId="{A728E1F6-A2F8-49E6-9063-0F46BF31EAB1}" srcOrd="0" destOrd="0" presId="urn:microsoft.com/office/officeart/2016/7/layout/ChevronBlockProcess"/>
    <dgm:cxn modelId="{6677FD13-F24B-475D-B2FF-0F96F89AC3F8}" type="presParOf" srcId="{A728E1F6-A2F8-49E6-9063-0F46BF31EAB1}" destId="{8C0DFE17-C0ED-4C74-9C52-AB2982FA19D7}" srcOrd="0" destOrd="0" presId="urn:microsoft.com/office/officeart/2016/7/layout/ChevronBlockProcess"/>
    <dgm:cxn modelId="{FAD44B93-6CE1-45D6-9F05-0A8776807EC6}" type="presParOf" srcId="{A728E1F6-A2F8-49E6-9063-0F46BF31EAB1}" destId="{B480A21E-BC1B-4573-92D7-4EEB788E0526}" srcOrd="1" destOrd="0" presId="urn:microsoft.com/office/officeart/2016/7/layout/ChevronBlockProcess"/>
    <dgm:cxn modelId="{5E30874D-F5D6-4594-92CE-659640A19BB3}" type="presParOf" srcId="{EBEEABD1-41BE-4B61-A3EF-9B29D707AFD7}" destId="{8DF9B6B8-B779-49D8-8ADF-761279EB3961}" srcOrd="1" destOrd="0" presId="urn:microsoft.com/office/officeart/2016/7/layout/ChevronBlockProcess"/>
    <dgm:cxn modelId="{BCA94D65-783E-4E3C-89B3-D3D587C26571}" type="presParOf" srcId="{EBEEABD1-41BE-4B61-A3EF-9B29D707AFD7}" destId="{828EA9DC-20F2-4BCC-AB00-050417101299}" srcOrd="2" destOrd="0" presId="urn:microsoft.com/office/officeart/2016/7/layout/ChevronBlockProcess"/>
    <dgm:cxn modelId="{41F1972C-473E-4996-B600-58EF36BCC77C}" type="presParOf" srcId="{828EA9DC-20F2-4BCC-AB00-050417101299}" destId="{E0C5EE4C-54B1-4B0B-AC81-C8C4386CF06A}" srcOrd="0" destOrd="0" presId="urn:microsoft.com/office/officeart/2016/7/layout/ChevronBlockProcess"/>
    <dgm:cxn modelId="{EEE08BC1-BABB-4DE7-AA20-6506CEEB49E4}" type="presParOf" srcId="{828EA9DC-20F2-4BCC-AB00-050417101299}" destId="{02A81C7E-A261-4D4B-9C8C-A67A63353338}" srcOrd="1" destOrd="0" presId="urn:microsoft.com/office/officeart/2016/7/layout/ChevronBlockProcess"/>
    <dgm:cxn modelId="{D8CC5000-B390-4F41-9064-8F816C007228}" type="presParOf" srcId="{EBEEABD1-41BE-4B61-A3EF-9B29D707AFD7}" destId="{13BDBD47-53FB-4BFA-A406-0081BED9126C}" srcOrd="3" destOrd="0" presId="urn:microsoft.com/office/officeart/2016/7/layout/ChevronBlockProcess"/>
    <dgm:cxn modelId="{6A9E49FF-9A16-49BA-9E9B-FB32F72C1695}" type="presParOf" srcId="{EBEEABD1-41BE-4B61-A3EF-9B29D707AFD7}" destId="{751F5E8E-6FD0-4D1C-8101-B55DC47F4339}" srcOrd="4" destOrd="0" presId="urn:microsoft.com/office/officeart/2016/7/layout/ChevronBlockProcess"/>
    <dgm:cxn modelId="{58DA52EE-3FCF-465E-9E54-BFE50377DE13}" type="presParOf" srcId="{751F5E8E-6FD0-4D1C-8101-B55DC47F4339}" destId="{40D834B7-A281-40BD-A5A8-D87D25486070}" srcOrd="0" destOrd="0" presId="urn:microsoft.com/office/officeart/2016/7/layout/ChevronBlockProcess"/>
    <dgm:cxn modelId="{CC4FCC44-AC5B-4354-9040-7802FAF1BA95}" type="presParOf" srcId="{751F5E8E-6FD0-4D1C-8101-B55DC47F4339}" destId="{D7BF984D-4B9A-44F4-9CB0-4816470BFC3E}" srcOrd="1" destOrd="0" presId="urn:microsoft.com/office/officeart/2016/7/layout/ChevronBlockProcess"/>
    <dgm:cxn modelId="{06B82B83-097C-4D2C-9BF2-4CDBD8A55D3E}" type="presParOf" srcId="{EBEEABD1-41BE-4B61-A3EF-9B29D707AFD7}" destId="{CADBFC17-A1E2-4254-8C27-2DE393C2348E}" srcOrd="5" destOrd="0" presId="urn:microsoft.com/office/officeart/2016/7/layout/ChevronBlockProcess"/>
    <dgm:cxn modelId="{B35BCA89-55C3-4E0C-8B0A-1DCE6AEE270C}" type="presParOf" srcId="{EBEEABD1-41BE-4B61-A3EF-9B29D707AFD7}" destId="{7B5FB063-6B5C-4A62-BFA1-EBE7899E529E}" srcOrd="6" destOrd="0" presId="urn:microsoft.com/office/officeart/2016/7/layout/ChevronBlockProcess"/>
    <dgm:cxn modelId="{005CB00E-46F9-4AA6-8B85-01A71F20E638}" type="presParOf" srcId="{7B5FB063-6B5C-4A62-BFA1-EBE7899E529E}" destId="{05D3795C-9F6B-4FD5-8D4D-BF5AE9754E38}" srcOrd="0" destOrd="0" presId="urn:microsoft.com/office/officeart/2016/7/layout/ChevronBlockProcess"/>
    <dgm:cxn modelId="{5776DB28-6E5E-4103-AD35-9D6D6941E7DF}" type="presParOf" srcId="{7B5FB063-6B5C-4A62-BFA1-EBE7899E529E}" destId="{E5F7DC48-843C-413B-BCEB-077E83113859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372FFB-B5B8-4437-8CB6-433D113007F2}">
      <dsp:nvSpPr>
        <dsp:cNvPr id="0" name=""/>
        <dsp:cNvSpPr/>
      </dsp:nvSpPr>
      <dsp:spPr>
        <a:xfrm>
          <a:off x="0" y="0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88660D3-881A-4028-BD47-77DFAE2C182A}">
      <dsp:nvSpPr>
        <dsp:cNvPr id="0" name=""/>
        <dsp:cNvSpPr/>
      </dsp:nvSpPr>
      <dsp:spPr>
        <a:xfrm>
          <a:off x="0" y="0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Field-based sales reps engaging healthcare practitioners</a:t>
          </a:r>
        </a:p>
      </dsp:txBody>
      <dsp:txXfrm>
        <a:off x="0" y="0"/>
        <a:ext cx="3815379" cy="902354"/>
      </dsp:txXfrm>
    </dsp:sp>
    <dsp:sp modelId="{1FBED0BE-86B5-4178-B671-731B86710537}">
      <dsp:nvSpPr>
        <dsp:cNvPr id="0" name=""/>
        <dsp:cNvSpPr/>
      </dsp:nvSpPr>
      <dsp:spPr>
        <a:xfrm>
          <a:off x="0" y="902354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A1BC9C9-F584-47BA-8E97-3CCB36E36020}">
      <dsp:nvSpPr>
        <dsp:cNvPr id="0" name=""/>
        <dsp:cNvSpPr/>
      </dsp:nvSpPr>
      <dsp:spPr>
        <a:xfrm>
          <a:off x="0" y="902354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Focus on product education, training, and relationship building</a:t>
          </a:r>
        </a:p>
      </dsp:txBody>
      <dsp:txXfrm>
        <a:off x="0" y="902354"/>
        <a:ext cx="3815379" cy="902354"/>
      </dsp:txXfrm>
    </dsp:sp>
    <dsp:sp modelId="{938A65C8-C25F-494A-8AD5-D16CC30ED073}">
      <dsp:nvSpPr>
        <dsp:cNvPr id="0" name=""/>
        <dsp:cNvSpPr/>
      </dsp:nvSpPr>
      <dsp:spPr>
        <a:xfrm>
          <a:off x="0" y="1804708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1619F08-1261-42B6-A1C4-750AF331970B}">
      <dsp:nvSpPr>
        <dsp:cNvPr id="0" name=""/>
        <dsp:cNvSpPr/>
      </dsp:nvSpPr>
      <dsp:spPr>
        <a:xfrm>
          <a:off x="0" y="1804708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Revenue driven by repeat orders and product adoption</a:t>
          </a:r>
        </a:p>
      </dsp:txBody>
      <dsp:txXfrm>
        <a:off x="0" y="1804708"/>
        <a:ext cx="3815379" cy="902354"/>
      </dsp:txXfrm>
    </dsp:sp>
    <dsp:sp modelId="{3C6E658C-985D-45EB-B811-614F03A752A5}">
      <dsp:nvSpPr>
        <dsp:cNvPr id="0" name=""/>
        <dsp:cNvSpPr/>
      </dsp:nvSpPr>
      <dsp:spPr>
        <a:xfrm>
          <a:off x="0" y="2707062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691A339-D222-41BF-AA1C-206E71D39663}">
      <dsp:nvSpPr>
        <dsp:cNvPr id="0" name=""/>
        <dsp:cNvSpPr/>
      </dsp:nvSpPr>
      <dsp:spPr>
        <a:xfrm>
          <a:off x="0" y="2707062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Multi-channel engagement: in-person, virtual, eCommerce</a:t>
          </a:r>
        </a:p>
      </dsp:txBody>
      <dsp:txXfrm>
        <a:off x="0" y="2707062"/>
        <a:ext cx="3815379" cy="9023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36FD8D-B597-40A1-A69B-0BC2FA0CC1A6}">
      <dsp:nvSpPr>
        <dsp:cNvPr id="0" name=""/>
        <dsp:cNvSpPr/>
      </dsp:nvSpPr>
      <dsp:spPr>
        <a:xfrm>
          <a:off x="0" y="0"/>
          <a:ext cx="3110944" cy="7112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Reps manually prepare for visits with limited insights</a:t>
          </a:r>
        </a:p>
      </dsp:txBody>
      <dsp:txXfrm>
        <a:off x="20831" y="20831"/>
        <a:ext cx="2260256" cy="669569"/>
      </dsp:txXfrm>
    </dsp:sp>
    <dsp:sp modelId="{A2729D22-C4CB-4FB1-9444-0021C6E6CEA7}">
      <dsp:nvSpPr>
        <dsp:cNvPr id="0" name=""/>
        <dsp:cNvSpPr/>
      </dsp:nvSpPr>
      <dsp:spPr>
        <a:xfrm>
          <a:off x="232310" y="810014"/>
          <a:ext cx="3110944" cy="7112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Sales data exists but is not easily actionable</a:t>
          </a:r>
        </a:p>
      </dsp:txBody>
      <dsp:txXfrm>
        <a:off x="253141" y="830845"/>
        <a:ext cx="2374671" cy="669569"/>
      </dsp:txXfrm>
    </dsp:sp>
    <dsp:sp modelId="{13667C73-7166-4325-92F3-972CCB22527C}">
      <dsp:nvSpPr>
        <dsp:cNvPr id="0" name=""/>
        <dsp:cNvSpPr/>
      </dsp:nvSpPr>
      <dsp:spPr>
        <a:xfrm>
          <a:off x="464621" y="1620028"/>
          <a:ext cx="3110944" cy="7112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Engagements are logged but not standardized</a:t>
          </a:r>
        </a:p>
      </dsp:txBody>
      <dsp:txXfrm>
        <a:off x="485452" y="1640859"/>
        <a:ext cx="2374671" cy="669569"/>
      </dsp:txXfrm>
    </dsp:sp>
    <dsp:sp modelId="{7A960C9E-BC66-486B-B6CA-96E94C018452}">
      <dsp:nvSpPr>
        <dsp:cNvPr id="0" name=""/>
        <dsp:cNvSpPr/>
      </dsp:nvSpPr>
      <dsp:spPr>
        <a:xfrm>
          <a:off x="696932" y="2430042"/>
          <a:ext cx="3110944" cy="7112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Follow-ups depend on rep memory</a:t>
          </a:r>
        </a:p>
      </dsp:txBody>
      <dsp:txXfrm>
        <a:off x="717763" y="2450873"/>
        <a:ext cx="2374671" cy="669569"/>
      </dsp:txXfrm>
    </dsp:sp>
    <dsp:sp modelId="{3A393CF2-FF93-4C46-A9D2-490E3E6B3C51}">
      <dsp:nvSpPr>
        <dsp:cNvPr id="0" name=""/>
        <dsp:cNvSpPr/>
      </dsp:nvSpPr>
      <dsp:spPr>
        <a:xfrm>
          <a:off x="929243" y="3240056"/>
          <a:ext cx="3110944" cy="7112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Limited visibility into product adoption </a:t>
          </a:r>
          <a:r>
            <a:rPr lang="en-US" sz="1500" kern="1200" dirty="0" err="1"/>
            <a:t>opportunitie</a:t>
          </a:r>
          <a:endParaRPr lang="en-US" sz="1500" kern="1200" dirty="0"/>
        </a:p>
      </dsp:txBody>
      <dsp:txXfrm>
        <a:off x="950074" y="3260887"/>
        <a:ext cx="2374671" cy="669569"/>
      </dsp:txXfrm>
    </dsp:sp>
    <dsp:sp modelId="{B1C6D7C6-D144-46EF-A0FE-BC70BC9BADD8}">
      <dsp:nvSpPr>
        <dsp:cNvPr id="0" name=""/>
        <dsp:cNvSpPr/>
      </dsp:nvSpPr>
      <dsp:spPr>
        <a:xfrm>
          <a:off x="2648644" y="519594"/>
          <a:ext cx="462300" cy="46230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2752661" y="519594"/>
        <a:ext cx="254266" cy="347881"/>
      </dsp:txXfrm>
    </dsp:sp>
    <dsp:sp modelId="{BDB644B7-807B-475E-8C59-26DCC0200CAF}">
      <dsp:nvSpPr>
        <dsp:cNvPr id="0" name=""/>
        <dsp:cNvSpPr/>
      </dsp:nvSpPr>
      <dsp:spPr>
        <a:xfrm>
          <a:off x="2880954" y="1329608"/>
          <a:ext cx="462300" cy="46230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2984971" y="1329608"/>
        <a:ext cx="254266" cy="347881"/>
      </dsp:txXfrm>
    </dsp:sp>
    <dsp:sp modelId="{F611471F-3D59-4203-94A8-DB76BC475A2F}">
      <dsp:nvSpPr>
        <dsp:cNvPr id="0" name=""/>
        <dsp:cNvSpPr/>
      </dsp:nvSpPr>
      <dsp:spPr>
        <a:xfrm>
          <a:off x="3113265" y="2127768"/>
          <a:ext cx="462300" cy="46230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3217282" y="2127768"/>
        <a:ext cx="254266" cy="347881"/>
      </dsp:txXfrm>
    </dsp:sp>
    <dsp:sp modelId="{A1270515-D94E-4F2D-88B1-EE514080B70C}">
      <dsp:nvSpPr>
        <dsp:cNvPr id="0" name=""/>
        <dsp:cNvSpPr/>
      </dsp:nvSpPr>
      <dsp:spPr>
        <a:xfrm>
          <a:off x="3345576" y="2945685"/>
          <a:ext cx="462300" cy="46230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3449593" y="2945685"/>
        <a:ext cx="254266" cy="3478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F2A26-789A-4D9B-9E5C-5535719A8A46}">
      <dsp:nvSpPr>
        <dsp:cNvPr id="0" name=""/>
        <dsp:cNvSpPr/>
      </dsp:nvSpPr>
      <dsp:spPr>
        <a:xfrm>
          <a:off x="0" y="59033"/>
          <a:ext cx="4683949" cy="10389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AI-assisted selling embedded in Dynamics 365</a:t>
          </a:r>
        </a:p>
      </dsp:txBody>
      <dsp:txXfrm>
        <a:off x="50718" y="109751"/>
        <a:ext cx="4582513" cy="937523"/>
      </dsp:txXfrm>
    </dsp:sp>
    <dsp:sp modelId="{76531B51-5BE7-4DD6-834C-C74EEDE53218}">
      <dsp:nvSpPr>
        <dsp:cNvPr id="0" name=""/>
        <dsp:cNvSpPr/>
      </dsp:nvSpPr>
      <dsp:spPr>
        <a:xfrm>
          <a:off x="0" y="1167113"/>
          <a:ext cx="4683949" cy="103895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Reps guided at every stage (Prep → Engage → Close)</a:t>
          </a:r>
        </a:p>
      </dsp:txBody>
      <dsp:txXfrm>
        <a:off x="50718" y="1217831"/>
        <a:ext cx="4582513" cy="937523"/>
      </dsp:txXfrm>
    </dsp:sp>
    <dsp:sp modelId="{74A8F5CE-4D36-447D-9904-2AA68DCD4D86}">
      <dsp:nvSpPr>
        <dsp:cNvPr id="0" name=""/>
        <dsp:cNvSpPr/>
      </dsp:nvSpPr>
      <dsp:spPr>
        <a:xfrm>
          <a:off x="0" y="2275193"/>
          <a:ext cx="4683949" cy="103895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Automated insights from sales + eCommerce data</a:t>
          </a:r>
        </a:p>
      </dsp:txBody>
      <dsp:txXfrm>
        <a:off x="50718" y="2325911"/>
        <a:ext cx="4582513" cy="937523"/>
      </dsp:txXfrm>
    </dsp:sp>
    <dsp:sp modelId="{14D5E364-8247-47A9-912D-73FF74D1BF34}">
      <dsp:nvSpPr>
        <dsp:cNvPr id="0" name=""/>
        <dsp:cNvSpPr/>
      </dsp:nvSpPr>
      <dsp:spPr>
        <a:xfrm>
          <a:off x="0" y="3383273"/>
          <a:ext cx="4683949" cy="10389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Standardized engagement and follow-up process</a:t>
          </a:r>
        </a:p>
      </dsp:txBody>
      <dsp:txXfrm>
        <a:off x="50718" y="3433991"/>
        <a:ext cx="4582513" cy="937523"/>
      </dsp:txXfrm>
    </dsp:sp>
    <dsp:sp modelId="{B21D73BD-3E39-4627-94C8-ABEB90B245A5}">
      <dsp:nvSpPr>
        <dsp:cNvPr id="0" name=""/>
        <dsp:cNvSpPr/>
      </dsp:nvSpPr>
      <dsp:spPr>
        <a:xfrm>
          <a:off x="0" y="4491353"/>
          <a:ext cx="4683949" cy="103895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CRM becomes a daily sales assistant</a:t>
          </a:r>
        </a:p>
      </dsp:txBody>
      <dsp:txXfrm>
        <a:off x="50718" y="4542071"/>
        <a:ext cx="4582513" cy="9375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976491-6A36-40CC-AFFC-189644440DA6}">
      <dsp:nvSpPr>
        <dsp:cNvPr id="0" name=""/>
        <dsp:cNvSpPr/>
      </dsp:nvSpPr>
      <dsp:spPr>
        <a:xfrm>
          <a:off x="0" y="3399"/>
          <a:ext cx="4291113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B57E58-D077-4AC6-BCCE-4C3A145D5D6E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070E35-73AC-476B-89F5-7C28DA3E300E}">
      <dsp:nvSpPr>
        <dsp:cNvPr id="0" name=""/>
        <dsp:cNvSpPr/>
      </dsp:nvSpPr>
      <dsp:spPr>
        <a:xfrm>
          <a:off x="836323" y="3399"/>
          <a:ext cx="3454789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AI identifies best products to recommend</a:t>
          </a:r>
        </a:p>
      </dsp:txBody>
      <dsp:txXfrm>
        <a:off x="836323" y="3399"/>
        <a:ext cx="3454789" cy="724089"/>
      </dsp:txXfrm>
    </dsp:sp>
    <dsp:sp modelId="{0A7533B1-E25E-4759-BB92-926EE3C57CEA}">
      <dsp:nvSpPr>
        <dsp:cNvPr id="0" name=""/>
        <dsp:cNvSpPr/>
      </dsp:nvSpPr>
      <dsp:spPr>
        <a:xfrm>
          <a:off x="0" y="908511"/>
          <a:ext cx="4291113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6CDCDB-860C-4516-8027-C6C4DF8F4DFC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1E200-57FA-4D12-9920-23FFC8DC13C7}">
      <dsp:nvSpPr>
        <dsp:cNvPr id="0" name=""/>
        <dsp:cNvSpPr/>
      </dsp:nvSpPr>
      <dsp:spPr>
        <a:xfrm>
          <a:off x="836323" y="908511"/>
          <a:ext cx="3454789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Automated follow-ups created instantly</a:t>
          </a:r>
        </a:p>
      </dsp:txBody>
      <dsp:txXfrm>
        <a:off x="836323" y="908511"/>
        <a:ext cx="3454789" cy="724089"/>
      </dsp:txXfrm>
    </dsp:sp>
    <dsp:sp modelId="{E0A0304E-B8E4-4D95-9F42-BC218CEA33AE}">
      <dsp:nvSpPr>
        <dsp:cNvPr id="0" name=""/>
        <dsp:cNvSpPr/>
      </dsp:nvSpPr>
      <dsp:spPr>
        <a:xfrm>
          <a:off x="0" y="1813624"/>
          <a:ext cx="4291113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647F45-46BE-4C83-ADB3-52952CC035D3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0F687-C676-4311-B6FB-C4ACC6A8A836}">
      <dsp:nvSpPr>
        <dsp:cNvPr id="0" name=""/>
        <dsp:cNvSpPr/>
      </dsp:nvSpPr>
      <dsp:spPr>
        <a:xfrm>
          <a:off x="836323" y="1813624"/>
          <a:ext cx="3454789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Order triggers and eCommerce alignment</a:t>
          </a:r>
        </a:p>
      </dsp:txBody>
      <dsp:txXfrm>
        <a:off x="836323" y="1813624"/>
        <a:ext cx="3454789" cy="724089"/>
      </dsp:txXfrm>
    </dsp:sp>
    <dsp:sp modelId="{8D5BCC2B-4EE0-47A7-8342-5BD656EE8B15}">
      <dsp:nvSpPr>
        <dsp:cNvPr id="0" name=""/>
        <dsp:cNvSpPr/>
      </dsp:nvSpPr>
      <dsp:spPr>
        <a:xfrm>
          <a:off x="0" y="2718736"/>
          <a:ext cx="4291113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DA66DF-256D-4EE2-93E8-9430F9790D43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18699-7583-4F91-9862-8FE31D5DB91D}">
      <dsp:nvSpPr>
        <dsp:cNvPr id="0" name=""/>
        <dsp:cNvSpPr/>
      </dsp:nvSpPr>
      <dsp:spPr>
        <a:xfrm>
          <a:off x="836323" y="2718736"/>
          <a:ext cx="3454789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Deal risk detection and alerts</a:t>
          </a:r>
        </a:p>
      </dsp:txBody>
      <dsp:txXfrm>
        <a:off x="836323" y="2718736"/>
        <a:ext cx="3454789" cy="724089"/>
      </dsp:txXfrm>
    </dsp:sp>
    <dsp:sp modelId="{41AAE30E-52A6-4D28-B8C4-B99358FD1A67}">
      <dsp:nvSpPr>
        <dsp:cNvPr id="0" name=""/>
        <dsp:cNvSpPr/>
      </dsp:nvSpPr>
      <dsp:spPr>
        <a:xfrm>
          <a:off x="0" y="3623848"/>
          <a:ext cx="4291113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529EFB-7F3C-47D1-9558-10D7FB488761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E4A67-5E6C-4E00-85BF-342D92FF7C7F}">
      <dsp:nvSpPr>
        <dsp:cNvPr id="0" name=""/>
        <dsp:cNvSpPr/>
      </dsp:nvSpPr>
      <dsp:spPr>
        <a:xfrm>
          <a:off x="836323" y="3623848"/>
          <a:ext cx="3454789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Issue tracking and resolution workflows</a:t>
          </a:r>
        </a:p>
      </dsp:txBody>
      <dsp:txXfrm>
        <a:off x="836323" y="3623848"/>
        <a:ext cx="3454789" cy="7240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4D0E47-F701-4D8B-959C-914EC3F75618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7B98F1-8E90-4070-8BFA-23EEC27C2F18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96CAC-9929-46E4-90A2-7BBDE63CED46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Increase product adoption across accounts</a:t>
          </a:r>
        </a:p>
      </dsp:txBody>
      <dsp:txXfrm>
        <a:off x="1059754" y="4307"/>
        <a:ext cx="3713413" cy="917536"/>
      </dsp:txXfrm>
    </dsp:sp>
    <dsp:sp modelId="{B4469858-B2F6-4D2A-8A2D-4D53B89AE164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754204-821D-4462-90AE-8F482FB01FE3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C19E97-6A42-435F-B26D-F578A8D088FE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Improve rep productivity in the field</a:t>
          </a:r>
        </a:p>
      </dsp:txBody>
      <dsp:txXfrm>
        <a:off x="1059754" y="1151227"/>
        <a:ext cx="3713413" cy="917536"/>
      </dsp:txXfrm>
    </dsp:sp>
    <dsp:sp modelId="{A3A9C95F-4F4A-46B0-94FF-13E36B9BE84A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314379-4122-4B8B-97C7-7F8B51526B11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2D876D-6BEE-4EE3-AC31-1D93C6ABC12E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Reduce missed follow-ups</a:t>
          </a:r>
        </a:p>
      </dsp:txBody>
      <dsp:txXfrm>
        <a:off x="1059754" y="2298147"/>
        <a:ext cx="3713413" cy="917536"/>
      </dsp:txXfrm>
    </dsp:sp>
    <dsp:sp modelId="{90DA76B1-36B9-4086-9A72-4654AD1EAE0E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90B96F-C045-4F7F-B3CC-FB11E13B904C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1BBA3-3986-4E21-AC50-377A5ADB45AA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Increase average order value</a:t>
          </a:r>
        </a:p>
      </dsp:txBody>
      <dsp:txXfrm>
        <a:off x="1059754" y="3445068"/>
        <a:ext cx="3713413" cy="917536"/>
      </dsp:txXfrm>
    </dsp:sp>
    <dsp:sp modelId="{F8470966-6E3D-46B3-BD04-D441CF984DBC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C248C0-2FA2-45D0-98F9-AA94913169CC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DBEABF-5A1A-408C-9A74-4D2875F97D46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Drive predictable revenue growth</a:t>
          </a:r>
        </a:p>
      </dsp:txBody>
      <dsp:txXfrm>
        <a:off x="1059754" y="4591988"/>
        <a:ext cx="3713413" cy="9175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0DFE17-C0ED-4C74-9C52-AB2982FA19D7}">
      <dsp:nvSpPr>
        <dsp:cNvPr id="0" name=""/>
        <dsp:cNvSpPr/>
      </dsp:nvSpPr>
      <dsp:spPr>
        <a:xfrm>
          <a:off x="5227" y="789775"/>
          <a:ext cx="1994729" cy="598418"/>
        </a:xfrm>
        <a:prstGeom prst="chevron">
          <a:avLst>
            <a:gd name="adj" fmla="val 3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8" tIns="73888" rIns="73888" bIns="7388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Phase 1: Foundation </a:t>
          </a:r>
          <a:r>
            <a:rPr lang="en-US" sz="1400" b="1" kern="1200" dirty="0"/>
            <a:t>(1–5 weeks)</a:t>
          </a:r>
        </a:p>
      </dsp:txBody>
      <dsp:txXfrm>
        <a:off x="184752" y="789775"/>
        <a:ext cx="1635679" cy="598418"/>
      </dsp:txXfrm>
    </dsp:sp>
    <dsp:sp modelId="{B480A21E-BC1B-4573-92D7-4EEB788E0526}">
      <dsp:nvSpPr>
        <dsp:cNvPr id="0" name=""/>
        <dsp:cNvSpPr/>
      </dsp:nvSpPr>
      <dsp:spPr>
        <a:xfrm>
          <a:off x="5227" y="1388194"/>
          <a:ext cx="1815204" cy="177090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441" tIns="143441" rIns="143441" bIns="28688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Clean data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Define process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Required fields</a:t>
          </a:r>
        </a:p>
      </dsp:txBody>
      <dsp:txXfrm>
        <a:off x="5227" y="1388194"/>
        <a:ext cx="1815204" cy="1770906"/>
      </dsp:txXfrm>
    </dsp:sp>
    <dsp:sp modelId="{E0C5EE4C-54B1-4B0B-AC81-C8C4386CF06A}">
      <dsp:nvSpPr>
        <dsp:cNvPr id="0" name=""/>
        <dsp:cNvSpPr/>
      </dsp:nvSpPr>
      <dsp:spPr>
        <a:xfrm>
          <a:off x="1960600" y="789775"/>
          <a:ext cx="1994729" cy="598418"/>
        </a:xfrm>
        <a:prstGeom prst="chevron">
          <a:avLst>
            <a:gd name="adj" fmla="val 30000"/>
          </a:avLst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8" tIns="73888" rIns="73888" bIns="7388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Phase 2: Visibility </a:t>
          </a:r>
          <a:r>
            <a:rPr lang="en-US" sz="1400" b="1" kern="1200" dirty="0"/>
            <a:t>(Weeks 6–9)</a:t>
          </a:r>
        </a:p>
      </dsp:txBody>
      <dsp:txXfrm>
        <a:off x="2140125" y="789775"/>
        <a:ext cx="1635679" cy="598418"/>
      </dsp:txXfrm>
    </dsp:sp>
    <dsp:sp modelId="{02A81C7E-A261-4D4B-9C8C-A67A63353338}">
      <dsp:nvSpPr>
        <dsp:cNvPr id="0" name=""/>
        <dsp:cNvSpPr/>
      </dsp:nvSpPr>
      <dsp:spPr>
        <a:xfrm>
          <a:off x="1960600" y="1388194"/>
          <a:ext cx="1815204" cy="1770906"/>
        </a:xfrm>
        <a:prstGeom prst="rect">
          <a:avLst/>
        </a:prstGeom>
        <a:solidFill>
          <a:schemeClr val="accent5">
            <a:tint val="40000"/>
            <a:alpha val="90000"/>
            <a:hueOff val="-3580161"/>
            <a:satOff val="16084"/>
            <a:lumOff val="1106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3580161"/>
              <a:satOff val="16084"/>
              <a:lumOff val="11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441" tIns="143441" rIns="143441" bIns="28688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Dashboards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Quick wins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User adoption</a:t>
          </a:r>
        </a:p>
      </dsp:txBody>
      <dsp:txXfrm>
        <a:off x="1960600" y="1388194"/>
        <a:ext cx="1815204" cy="1770906"/>
      </dsp:txXfrm>
    </dsp:sp>
    <dsp:sp modelId="{40D834B7-A281-40BD-A5A8-D87D25486070}">
      <dsp:nvSpPr>
        <dsp:cNvPr id="0" name=""/>
        <dsp:cNvSpPr/>
      </dsp:nvSpPr>
      <dsp:spPr>
        <a:xfrm>
          <a:off x="3915973" y="789775"/>
          <a:ext cx="1994729" cy="598418"/>
        </a:xfrm>
        <a:prstGeom prst="chevron">
          <a:avLst>
            <a:gd name="adj" fmla="val 30000"/>
          </a:avLst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8" tIns="73888" rIns="73888" bIns="7388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Phase 3: Automation</a:t>
          </a:r>
          <a:br>
            <a:rPr lang="en-US" sz="1400" kern="1200" dirty="0"/>
          </a:br>
          <a:r>
            <a:rPr lang="en-US" sz="1400" b="1" kern="1200" dirty="0"/>
            <a:t> (Weeks 10–14)</a:t>
          </a:r>
        </a:p>
      </dsp:txBody>
      <dsp:txXfrm>
        <a:off x="4095498" y="789775"/>
        <a:ext cx="1635679" cy="598418"/>
      </dsp:txXfrm>
    </dsp:sp>
    <dsp:sp modelId="{D7BF984D-4B9A-44F4-9CB0-4816470BFC3E}">
      <dsp:nvSpPr>
        <dsp:cNvPr id="0" name=""/>
        <dsp:cNvSpPr/>
      </dsp:nvSpPr>
      <dsp:spPr>
        <a:xfrm>
          <a:off x="3915973" y="1388194"/>
          <a:ext cx="1815204" cy="1770906"/>
        </a:xfrm>
        <a:prstGeom prst="rect">
          <a:avLst/>
        </a:prstGeom>
        <a:solidFill>
          <a:schemeClr val="accent5">
            <a:tint val="40000"/>
            <a:alpha val="90000"/>
            <a:hueOff val="-7160321"/>
            <a:satOff val="32169"/>
            <a:lumOff val="2211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7160321"/>
              <a:satOff val="32169"/>
              <a:lumOff val="22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441" tIns="143441" rIns="143441" bIns="28688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Introduce AI insights</a:t>
          </a:r>
          <a:br>
            <a:rPr lang="en-US" sz="1100" kern="1200" dirty="0"/>
          </a:br>
          <a:r>
            <a:rPr lang="en-US" sz="1100" kern="1200" dirty="0"/>
            <a:t>Automation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Auto follow-ups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Alerts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Process flows</a:t>
          </a:r>
        </a:p>
      </dsp:txBody>
      <dsp:txXfrm>
        <a:off x="3915973" y="1388194"/>
        <a:ext cx="1815204" cy="1770906"/>
      </dsp:txXfrm>
    </dsp:sp>
    <dsp:sp modelId="{05D3795C-9F6B-4FD5-8D4D-BF5AE9754E38}">
      <dsp:nvSpPr>
        <dsp:cNvPr id="0" name=""/>
        <dsp:cNvSpPr/>
      </dsp:nvSpPr>
      <dsp:spPr>
        <a:xfrm>
          <a:off x="5871346" y="789775"/>
          <a:ext cx="1994729" cy="598418"/>
        </a:xfrm>
        <a:prstGeom prst="chevron">
          <a:avLst>
            <a:gd name="adj" fmla="val 3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8" tIns="73888" rIns="73888" bIns="7388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Phase 4: AI </a:t>
          </a:r>
          <a:br>
            <a:rPr lang="en-US" sz="1400" kern="1200" dirty="0"/>
          </a:br>
          <a:r>
            <a:rPr lang="en-US" sz="1400" b="1" kern="1200" dirty="0"/>
            <a:t>Weeks (15–20)</a:t>
          </a:r>
        </a:p>
      </dsp:txBody>
      <dsp:txXfrm>
        <a:off x="6050871" y="789775"/>
        <a:ext cx="1635679" cy="598418"/>
      </dsp:txXfrm>
    </dsp:sp>
    <dsp:sp modelId="{E5F7DC48-843C-413B-BCEB-077E83113859}">
      <dsp:nvSpPr>
        <dsp:cNvPr id="0" name=""/>
        <dsp:cNvSpPr/>
      </dsp:nvSpPr>
      <dsp:spPr>
        <a:xfrm>
          <a:off x="5871346" y="1388194"/>
          <a:ext cx="1815204" cy="1770906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441" tIns="143441" rIns="143441" bIns="28688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Advanced predictive selling</a:t>
          </a:r>
          <a:br>
            <a:rPr lang="en-US" sz="1100" kern="1200" dirty="0"/>
          </a:br>
          <a:r>
            <a:rPr lang="en-US" sz="1100" kern="1200" dirty="0"/>
            <a:t>AI summaries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Next best action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Risk alerts</a:t>
          </a:r>
        </a:p>
      </dsp:txBody>
      <dsp:txXfrm>
        <a:off x="5871346" y="1388194"/>
        <a:ext cx="1815204" cy="17709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horoptor">
            <a:extLst>
              <a:ext uri="{FF2B5EF4-FFF2-40B4-BE49-F238E27FC236}">
                <a16:creationId xmlns:a16="http://schemas.microsoft.com/office/drawing/2014/main" id="{1420102C-C1EC-9040-7FAA-49D2445386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950" y="1860919"/>
            <a:ext cx="373146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7896" y="2299176"/>
            <a:ext cx="3098526" cy="1571164"/>
          </a:xfrm>
        </p:spPr>
        <p:txBody>
          <a:bodyPr anchor="t">
            <a:normAutofit/>
          </a:bodyPr>
          <a:lstStyle/>
          <a:p>
            <a:pPr algn="l"/>
            <a:r>
              <a:rPr lang="en-US" sz="3100"/>
              <a:t>Metagenics CRM Transformation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7896" y="4199213"/>
            <a:ext cx="3143954" cy="598548"/>
          </a:xfrm>
        </p:spPr>
        <p:txBody>
          <a:bodyPr anchor="ctr">
            <a:normAutofit/>
          </a:bodyPr>
          <a:lstStyle/>
          <a:p>
            <a:pPr algn="l"/>
            <a:r>
              <a:rPr lang="en-US" sz="1600"/>
              <a:t>From Sales Tracking to AI-Assisted Selling Platform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52377" y="403477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335A262-7106-4571-BE09-CFA60A9DB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6F043C-2A2A-4ECE-99FC-9670FAF95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600200" y="685800"/>
            <a:ext cx="7543800" cy="54864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85800"/>
            <a:ext cx="3815379" cy="1692835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Metagenics Sales Context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6FE5A8-8C9A-4D97-A7C4-21492965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823" y="685797"/>
            <a:ext cx="89154" cy="1550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6B4544-387E-84E1-E0C1-F9F3D073AC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42" r="28270"/>
          <a:stretch>
            <a:fillRect/>
          </a:stretch>
        </p:blipFill>
        <p:spPr>
          <a:xfrm>
            <a:off x="5145741" y="1048447"/>
            <a:ext cx="3603812" cy="480508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297F2B-78AD-4022-83A4-78FC55E11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54846" y="6172201"/>
            <a:ext cx="89154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3E8217-D074-9316-4F77-CC48F6C501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6590477"/>
              </p:ext>
            </p:extLst>
          </p:nvPr>
        </p:nvGraphicFramePr>
        <p:xfrm>
          <a:off x="1097280" y="2562784"/>
          <a:ext cx="3815379" cy="3609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A1DD-4D21-2BBC-2135-2EA7B4E04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Metagenics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5FAD0-C3B8-5570-0C00-FCB065E42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Current State 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AE8933FB-25C1-AEFA-9E79-4E601158E2E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11790570"/>
              </p:ext>
            </p:extLst>
          </p:nvPr>
        </p:nvGraphicFramePr>
        <p:xfrm>
          <a:off x="457200" y="2174875"/>
          <a:ext cx="4040188" cy="3951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2A9D18-F811-F2D1-8DFF-5D408F765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Challenges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DEB93-B177-7C5B-EBC0-2AE5BCD41F7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Missed cross-sell / upsell opportunities</a:t>
            </a:r>
          </a:p>
          <a:p>
            <a:r>
              <a:rPr lang="en-US" dirty="0"/>
              <a:t>Inconsistent rep performance</a:t>
            </a:r>
          </a:p>
          <a:p>
            <a:r>
              <a:rPr lang="en-US" dirty="0"/>
              <a:t>Low visibility into account health</a:t>
            </a:r>
          </a:p>
          <a:p>
            <a:r>
              <a:rPr lang="en-US" dirty="0"/>
              <a:t>Reactive sales approach</a:t>
            </a:r>
          </a:p>
          <a:p>
            <a:r>
              <a:rPr lang="en-US" dirty="0"/>
              <a:t>CRM seen as reporting tool, not selling tool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913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7000" dirty="0"/>
              <a:t>Future State Vision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6065F1-B736-8B0D-D849-818772BDFC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1322853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000000"/>
                </a:solidFill>
              </a:rPr>
              <a:t>Prep Call Transformation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8E31AB4C-0A1E-3219-EC9D-E3972587E9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0579" y="2947260"/>
            <a:ext cx="4003614" cy="2927188"/>
          </a:xfrm>
        </p:spPr>
        <p:txBody>
          <a:bodyPr anchor="ctr">
            <a:norm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AI-generated account summaries before visits</a:t>
            </a:r>
          </a:p>
          <a:p>
            <a:r>
              <a:rPr lang="en-US" sz="1500" dirty="0">
                <a:solidFill>
                  <a:srgbClr val="000000"/>
                </a:solidFill>
              </a:rPr>
              <a:t>Highlight top products and gaps in ordering</a:t>
            </a:r>
          </a:p>
          <a:p>
            <a:r>
              <a:rPr lang="en-US" sz="1500" dirty="0">
                <a:solidFill>
                  <a:srgbClr val="000000"/>
                </a:solidFill>
              </a:rPr>
              <a:t>Identify inactive or at-risk accounts</a:t>
            </a:r>
          </a:p>
          <a:p>
            <a:r>
              <a:rPr lang="en-US" sz="1500" dirty="0">
                <a:solidFill>
                  <a:srgbClr val="000000"/>
                </a:solidFill>
              </a:rPr>
              <a:t>Recommend talking points and product focus</a:t>
            </a:r>
          </a:p>
          <a:p>
            <a:r>
              <a:rPr lang="en-US" sz="1500" dirty="0">
                <a:solidFill>
                  <a:srgbClr val="000000"/>
                </a:solidFill>
              </a:rPr>
              <a:t>Route optimization for field reps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6129"/>
            <a:ext cx="4851603" cy="5925741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00"/>
          <a:stretch/>
        </p:blipFill>
        <p:spPr>
          <a:xfrm>
            <a:off x="0" y="466129"/>
            <a:ext cx="9144000" cy="59257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6979" y="1459467"/>
            <a:ext cx="3733482" cy="10905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>
                <a:solidFill>
                  <a:srgbClr val="000000"/>
                </a:solidFill>
              </a:rPr>
              <a:t>Engagement Transformation</a:t>
            </a:r>
          </a:p>
        </p:txBody>
      </p:sp>
      <p:sp>
        <p:nvSpPr>
          <p:cNvPr id="26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86286"/>
            <a:ext cx="4320692" cy="4666770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848D6-BCEF-2B61-8D32-B006511AEA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11361" r="34896" b="-1"/>
          <a:stretch>
            <a:fillRect/>
          </a:stretch>
        </p:blipFill>
        <p:spPr>
          <a:xfrm>
            <a:off x="20" y="1351210"/>
            <a:ext cx="4180350" cy="4375387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4330" y="2673512"/>
            <a:ext cx="3733184" cy="2729467"/>
          </a:xfrm>
        </p:spPr>
        <p:txBody>
          <a:bodyPr anchor="ctr">
            <a:norm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Structured capture of visits, calls, and trainings</a:t>
            </a:r>
          </a:p>
          <a:p>
            <a:r>
              <a:rPr lang="en-US" sz="1500">
                <a:solidFill>
                  <a:srgbClr val="000000"/>
                </a:solidFill>
              </a:rPr>
              <a:t>AI suggests products based on discussion</a:t>
            </a:r>
          </a:p>
          <a:p>
            <a:r>
              <a:rPr lang="en-US" sz="1500">
                <a:solidFill>
                  <a:srgbClr val="000000"/>
                </a:solidFill>
              </a:rPr>
              <a:t>Guided selling prompts during engagement</a:t>
            </a:r>
          </a:p>
          <a:p>
            <a:r>
              <a:rPr lang="en-US" sz="1500">
                <a:solidFill>
                  <a:srgbClr val="000000"/>
                </a:solidFill>
              </a:rPr>
              <a:t>Automatic next-step recommendations</a:t>
            </a:r>
          </a:p>
          <a:p>
            <a:r>
              <a:rPr lang="en-US" sz="1500">
                <a:solidFill>
                  <a:srgbClr val="000000"/>
                </a:solidFill>
              </a:rPr>
              <a:t>Standardized engagement types (training, maintenance, growth)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025EFD5-738C-41B9-87FE-0C00E211B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0B6E77-C5EA-5A25-97D8-251BEC6754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43" r="29731"/>
          <a:stretch>
            <a:fillRect/>
          </a:stretch>
        </p:blipFill>
        <p:spPr>
          <a:xfrm>
            <a:off x="643714" y="1901936"/>
            <a:ext cx="3196002" cy="4351338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5148" y="407987"/>
            <a:ext cx="2240924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0286" y="444272"/>
            <a:ext cx="4291113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Closing Transformation</a:t>
            </a: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E44EEC7B-194C-E0EF-8F49-67C97EFCF1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145356"/>
              </p:ext>
            </p:extLst>
          </p:nvPr>
        </p:nvGraphicFramePr>
        <p:xfrm>
          <a:off x="4370286" y="1904772"/>
          <a:ext cx="429111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Business Impact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674BE5-5D73-67BC-270F-22677654C2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7678911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Implementation Roadmap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ADCA1FD5-D484-B6F8-39B5-B8B5931A8D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1948593"/>
              </p:ext>
            </p:extLst>
          </p:nvPr>
        </p:nvGraphicFramePr>
        <p:xfrm>
          <a:off x="392676" y="2203449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2358"/>
            <a:ext cx="1407490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972226" y="6114337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5721108"/>
            <a:ext cx="1696473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5EF0C8-137A-1DF7-E357-757460C05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225" y="643467"/>
            <a:ext cx="4707549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9686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9474</TotalTime>
  <Words>334</Words>
  <Application>Microsoft Office PowerPoint</Application>
  <PresentationFormat>On-screen Show (4:3)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Helvetica Neue Medium</vt:lpstr>
      <vt:lpstr>Office Theme</vt:lpstr>
      <vt:lpstr>Metagenics CRM Transformation</vt:lpstr>
      <vt:lpstr>Metagenics Sales Context</vt:lpstr>
      <vt:lpstr>Metagenics Today</vt:lpstr>
      <vt:lpstr>Future State Vision</vt:lpstr>
      <vt:lpstr>Prep Call Transformation</vt:lpstr>
      <vt:lpstr>Engagement Transformation</vt:lpstr>
      <vt:lpstr>Closing Transformation</vt:lpstr>
      <vt:lpstr>Business Impact</vt:lpstr>
      <vt:lpstr>Implementation Roadmap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Paul Aneng</dc:creator>
  <cp:keywords/>
  <dc:description>generated using python-pptx</dc:description>
  <cp:lastModifiedBy>Paul Aneng</cp:lastModifiedBy>
  <cp:revision>2</cp:revision>
  <dcterms:created xsi:type="dcterms:W3CDTF">2013-01-27T09:14:16Z</dcterms:created>
  <dcterms:modified xsi:type="dcterms:W3CDTF">2026-04-11T20:58:00Z</dcterms:modified>
  <cp:category/>
</cp:coreProperties>
</file>