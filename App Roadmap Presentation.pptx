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</p:sldIdLst>
  <p:sldSz cx="18288000" cy="10287000"/>
  <p:notesSz cx="6858000" cy="9144000"/>
  <p:embeddedFontLst>
    <p:embeddedFont>
      <p:font typeface="Brice SemiExpanded Bold" charset="1" panose="00000000000000000000"/>
      <p:regular r:id="rId7"/>
    </p:embeddedFont>
    <p:embeddedFont>
      <p:font typeface="Clear Sans" charset="1" panose="020B0503030202020304"/>
      <p:regular r:id="rId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fonts/font7.fntdata" Type="http://schemas.openxmlformats.org/officeDocument/2006/relationships/font"/><Relationship Id="rId8" Target="fonts/font8.fntdata" Type="http://schemas.openxmlformats.org/officeDocument/2006/relationships/font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5400000">
            <a:off x="800049" y="6940570"/>
            <a:ext cx="7373855" cy="0"/>
          </a:xfrm>
          <a:prstGeom prst="line">
            <a:avLst/>
          </a:prstGeom>
          <a:ln cap="rnd" w="9525">
            <a:solidFill>
              <a:srgbClr val="050A30">
                <a:alpha val="29804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rot="5400000">
            <a:off x="3994098" y="7118444"/>
            <a:ext cx="7729605" cy="0"/>
          </a:xfrm>
          <a:prstGeom prst="line">
            <a:avLst/>
          </a:prstGeom>
          <a:ln cap="rnd" w="9525">
            <a:solidFill>
              <a:srgbClr val="050A30">
                <a:alpha val="29804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 rot="5400000">
            <a:off x="7459722" y="7034270"/>
            <a:ext cx="7542205" cy="0"/>
          </a:xfrm>
          <a:prstGeom prst="line">
            <a:avLst/>
          </a:prstGeom>
          <a:ln cap="rnd" w="9525">
            <a:solidFill>
              <a:srgbClr val="050A30">
                <a:alpha val="29804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 rot="5400000">
            <a:off x="10831646" y="7034270"/>
            <a:ext cx="7542205" cy="0"/>
          </a:xfrm>
          <a:prstGeom prst="line">
            <a:avLst/>
          </a:prstGeom>
          <a:ln cap="rnd" w="9525">
            <a:solidFill>
              <a:srgbClr val="050A30">
                <a:alpha val="29804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 rot="0">
            <a:off x="-176175" y="3258405"/>
            <a:ext cx="18780128" cy="0"/>
          </a:xfrm>
          <a:prstGeom prst="line">
            <a:avLst/>
          </a:prstGeom>
          <a:ln cap="rnd" w="9525">
            <a:solidFill>
              <a:srgbClr val="050A30">
                <a:alpha val="29804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 rot="0">
            <a:off x="-176175" y="5442023"/>
            <a:ext cx="18780128" cy="0"/>
          </a:xfrm>
          <a:prstGeom prst="line">
            <a:avLst/>
          </a:prstGeom>
          <a:ln cap="rnd" w="9525">
            <a:solidFill>
              <a:srgbClr val="050A30">
                <a:alpha val="29804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" id="8"/>
          <p:cNvSpPr/>
          <p:nvPr/>
        </p:nvSpPr>
        <p:spPr>
          <a:xfrm rot="0">
            <a:off x="-379473" y="7722585"/>
            <a:ext cx="19186724" cy="0"/>
          </a:xfrm>
          <a:prstGeom prst="line">
            <a:avLst/>
          </a:prstGeom>
          <a:ln cap="rnd" w="9525">
            <a:solidFill>
              <a:srgbClr val="050A30">
                <a:alpha val="29804"/>
              </a:srgbClr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9" id="9"/>
          <p:cNvGrpSpPr/>
          <p:nvPr/>
        </p:nvGrpSpPr>
        <p:grpSpPr>
          <a:xfrm rot="0">
            <a:off x="4491739" y="3566551"/>
            <a:ext cx="3647760" cy="700234"/>
            <a:chOff x="0" y="0"/>
            <a:chExt cx="9892093" cy="189891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9892093" cy="1898914"/>
            </a:xfrm>
            <a:custGeom>
              <a:avLst/>
              <a:gdLst/>
              <a:ahLst/>
              <a:cxnLst/>
              <a:rect r="r" b="b" t="t" l="l"/>
              <a:pathLst>
                <a:path h="1898914" w="9892093">
                  <a:moveTo>
                    <a:pt x="9892093" y="949457"/>
                  </a:moveTo>
                  <a:cubicBezTo>
                    <a:pt x="9892093" y="1470416"/>
                    <a:pt x="9463722" y="1898914"/>
                    <a:pt x="8935148" y="1898914"/>
                  </a:cubicBezTo>
                  <a:lnTo>
                    <a:pt x="956945" y="1898914"/>
                  </a:lnTo>
                  <a:cubicBezTo>
                    <a:pt x="428371" y="1898914"/>
                    <a:pt x="0" y="1470416"/>
                    <a:pt x="0" y="949457"/>
                  </a:cubicBezTo>
                  <a:cubicBezTo>
                    <a:pt x="0" y="428371"/>
                    <a:pt x="428371" y="0"/>
                    <a:pt x="956945" y="0"/>
                  </a:cubicBezTo>
                  <a:lnTo>
                    <a:pt x="8935148" y="0"/>
                  </a:lnTo>
                  <a:cubicBezTo>
                    <a:pt x="9463595" y="0"/>
                    <a:pt x="9892093" y="428371"/>
                    <a:pt x="9892093" y="949457"/>
                  </a:cubicBezTo>
                  <a:close/>
                </a:path>
              </a:pathLst>
            </a:custGeom>
            <a:solidFill>
              <a:srgbClr val="5CB6F9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7296973" y="6689064"/>
            <a:ext cx="4952590" cy="700234"/>
            <a:chOff x="0" y="0"/>
            <a:chExt cx="13430566" cy="189891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3430566" cy="1898914"/>
            </a:xfrm>
            <a:custGeom>
              <a:avLst/>
              <a:gdLst/>
              <a:ahLst/>
              <a:cxnLst/>
              <a:rect r="r" b="b" t="t" l="l"/>
              <a:pathLst>
                <a:path h="1898914" w="13430566">
                  <a:moveTo>
                    <a:pt x="13430566" y="949457"/>
                  </a:moveTo>
                  <a:cubicBezTo>
                    <a:pt x="13430566" y="1470416"/>
                    <a:pt x="13002195" y="1898914"/>
                    <a:pt x="12473621" y="1898914"/>
                  </a:cubicBezTo>
                  <a:lnTo>
                    <a:pt x="956945" y="1898914"/>
                  </a:lnTo>
                  <a:cubicBezTo>
                    <a:pt x="428371" y="1898914"/>
                    <a:pt x="0" y="1470416"/>
                    <a:pt x="0" y="949457"/>
                  </a:cubicBezTo>
                  <a:cubicBezTo>
                    <a:pt x="0" y="428371"/>
                    <a:pt x="428371" y="0"/>
                    <a:pt x="956945" y="0"/>
                  </a:cubicBezTo>
                  <a:lnTo>
                    <a:pt x="12473621" y="0"/>
                  </a:lnTo>
                  <a:cubicBezTo>
                    <a:pt x="13002068" y="0"/>
                    <a:pt x="13430566" y="428371"/>
                    <a:pt x="13430566" y="949457"/>
                  </a:cubicBezTo>
                  <a:close/>
                </a:path>
              </a:pathLst>
            </a:custGeom>
            <a:solidFill>
              <a:srgbClr val="CAE8FF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5518088" y="5790404"/>
            <a:ext cx="3250286" cy="700234"/>
            <a:chOff x="0" y="0"/>
            <a:chExt cx="8814214" cy="1898914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814214" cy="1898914"/>
            </a:xfrm>
            <a:custGeom>
              <a:avLst/>
              <a:gdLst/>
              <a:ahLst/>
              <a:cxnLst/>
              <a:rect r="r" b="b" t="t" l="l"/>
              <a:pathLst>
                <a:path h="1898914" w="8814214">
                  <a:moveTo>
                    <a:pt x="8814214" y="949457"/>
                  </a:moveTo>
                  <a:cubicBezTo>
                    <a:pt x="8814214" y="1470416"/>
                    <a:pt x="8385842" y="1898914"/>
                    <a:pt x="7857268" y="1898914"/>
                  </a:cubicBezTo>
                  <a:lnTo>
                    <a:pt x="956945" y="1898914"/>
                  </a:lnTo>
                  <a:cubicBezTo>
                    <a:pt x="428371" y="1898914"/>
                    <a:pt x="0" y="1470416"/>
                    <a:pt x="0" y="949457"/>
                  </a:cubicBezTo>
                  <a:cubicBezTo>
                    <a:pt x="0" y="428371"/>
                    <a:pt x="428371" y="0"/>
                    <a:pt x="956945" y="0"/>
                  </a:cubicBezTo>
                  <a:lnTo>
                    <a:pt x="7857268" y="0"/>
                  </a:lnTo>
                  <a:cubicBezTo>
                    <a:pt x="8385716" y="0"/>
                    <a:pt x="8814214" y="428371"/>
                    <a:pt x="8814214" y="949457"/>
                  </a:cubicBezTo>
                  <a:close/>
                </a:path>
              </a:pathLst>
            </a:custGeom>
            <a:solidFill>
              <a:srgbClr val="CAE8FF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7854138" y="4472478"/>
            <a:ext cx="3647760" cy="700234"/>
            <a:chOff x="0" y="0"/>
            <a:chExt cx="9892093" cy="1898914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9892093" cy="1898914"/>
            </a:xfrm>
            <a:custGeom>
              <a:avLst/>
              <a:gdLst/>
              <a:ahLst/>
              <a:cxnLst/>
              <a:rect r="r" b="b" t="t" l="l"/>
              <a:pathLst>
                <a:path h="1898914" w="9892093">
                  <a:moveTo>
                    <a:pt x="9892093" y="949457"/>
                  </a:moveTo>
                  <a:cubicBezTo>
                    <a:pt x="9892093" y="1470416"/>
                    <a:pt x="9463722" y="1898914"/>
                    <a:pt x="8935148" y="1898914"/>
                  </a:cubicBezTo>
                  <a:lnTo>
                    <a:pt x="956945" y="1898914"/>
                  </a:lnTo>
                  <a:cubicBezTo>
                    <a:pt x="428371" y="1898914"/>
                    <a:pt x="0" y="1470416"/>
                    <a:pt x="0" y="949457"/>
                  </a:cubicBezTo>
                  <a:cubicBezTo>
                    <a:pt x="0" y="428371"/>
                    <a:pt x="428371" y="0"/>
                    <a:pt x="956945" y="0"/>
                  </a:cubicBezTo>
                  <a:lnTo>
                    <a:pt x="8935148" y="0"/>
                  </a:lnTo>
                  <a:cubicBezTo>
                    <a:pt x="9463595" y="0"/>
                    <a:pt x="9892093" y="428371"/>
                    <a:pt x="9892093" y="949457"/>
                  </a:cubicBezTo>
                  <a:close/>
                </a:path>
              </a:pathLst>
            </a:custGeom>
            <a:solidFill>
              <a:srgbClr val="5CB6F9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0302258" y="8083948"/>
            <a:ext cx="4012869" cy="700234"/>
            <a:chOff x="0" y="0"/>
            <a:chExt cx="10882206" cy="1898914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882206" cy="1898914"/>
            </a:xfrm>
            <a:custGeom>
              <a:avLst/>
              <a:gdLst/>
              <a:ahLst/>
              <a:cxnLst/>
              <a:rect r="r" b="b" t="t" l="l"/>
              <a:pathLst>
                <a:path h="1898914" w="10882206">
                  <a:moveTo>
                    <a:pt x="10882206" y="949457"/>
                  </a:moveTo>
                  <a:cubicBezTo>
                    <a:pt x="10882206" y="1470416"/>
                    <a:pt x="10453835" y="1898914"/>
                    <a:pt x="9925261" y="1898914"/>
                  </a:cubicBezTo>
                  <a:lnTo>
                    <a:pt x="956945" y="1898914"/>
                  </a:lnTo>
                  <a:cubicBezTo>
                    <a:pt x="428371" y="1898914"/>
                    <a:pt x="0" y="1470416"/>
                    <a:pt x="0" y="949457"/>
                  </a:cubicBezTo>
                  <a:cubicBezTo>
                    <a:pt x="0" y="428371"/>
                    <a:pt x="428371" y="0"/>
                    <a:pt x="956945" y="0"/>
                  </a:cubicBezTo>
                  <a:lnTo>
                    <a:pt x="9925261" y="0"/>
                  </a:lnTo>
                  <a:cubicBezTo>
                    <a:pt x="10453708" y="0"/>
                    <a:pt x="10882206" y="428371"/>
                    <a:pt x="10882206" y="949457"/>
                  </a:cubicBezTo>
                  <a:close/>
                </a:path>
              </a:pathLst>
            </a:custGeom>
            <a:solidFill>
              <a:srgbClr val="A5CCFF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3466031" y="8987905"/>
            <a:ext cx="3637698" cy="700234"/>
            <a:chOff x="0" y="0"/>
            <a:chExt cx="9864807" cy="1898914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9864807" cy="1898914"/>
            </a:xfrm>
            <a:custGeom>
              <a:avLst/>
              <a:gdLst/>
              <a:ahLst/>
              <a:cxnLst/>
              <a:rect r="r" b="b" t="t" l="l"/>
              <a:pathLst>
                <a:path h="1898914" w="9864807">
                  <a:moveTo>
                    <a:pt x="9864807" y="949457"/>
                  </a:moveTo>
                  <a:cubicBezTo>
                    <a:pt x="9864807" y="1470416"/>
                    <a:pt x="9436436" y="1898914"/>
                    <a:pt x="8907862" y="1898914"/>
                  </a:cubicBezTo>
                  <a:lnTo>
                    <a:pt x="956945" y="1898914"/>
                  </a:lnTo>
                  <a:cubicBezTo>
                    <a:pt x="428371" y="1898914"/>
                    <a:pt x="0" y="1470416"/>
                    <a:pt x="0" y="949457"/>
                  </a:cubicBezTo>
                  <a:cubicBezTo>
                    <a:pt x="0" y="428371"/>
                    <a:pt x="428371" y="0"/>
                    <a:pt x="956945" y="0"/>
                  </a:cubicBezTo>
                  <a:lnTo>
                    <a:pt x="8907862" y="0"/>
                  </a:lnTo>
                  <a:cubicBezTo>
                    <a:pt x="9436309" y="0"/>
                    <a:pt x="9864807" y="428371"/>
                    <a:pt x="9864807" y="949457"/>
                  </a:cubicBezTo>
                  <a:close/>
                </a:path>
              </a:pathLst>
            </a:custGeom>
            <a:solidFill>
              <a:srgbClr val="A5CCFF"/>
            </a:solidFill>
          </p:spPr>
        </p:sp>
      </p:grpSp>
      <p:sp>
        <p:nvSpPr>
          <p:cNvPr name="AutoShape 21" id="21"/>
          <p:cNvSpPr/>
          <p:nvPr/>
        </p:nvSpPr>
        <p:spPr>
          <a:xfrm rot="0">
            <a:off x="0" y="0"/>
            <a:ext cx="18288000" cy="2136255"/>
          </a:xfrm>
          <a:prstGeom prst="rect">
            <a:avLst/>
          </a:prstGeom>
          <a:solidFill>
            <a:srgbClr val="176BFD"/>
          </a:solidFill>
        </p:spPr>
      </p:sp>
      <p:sp>
        <p:nvSpPr>
          <p:cNvPr name="TextBox 22" id="22"/>
          <p:cNvSpPr txBox="true"/>
          <p:nvPr/>
        </p:nvSpPr>
        <p:spPr>
          <a:xfrm rot="0">
            <a:off x="15213217" y="883254"/>
            <a:ext cx="2046083" cy="6469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43"/>
              </a:lnSpc>
              <a:spcBef>
                <a:spcPct val="0"/>
              </a:spcBef>
            </a:pPr>
            <a:r>
              <a:rPr lang="en-US" sz="3745" spc="142">
                <a:solidFill>
                  <a:srgbClr val="FFFFFF"/>
                </a:solidFill>
                <a:latin typeface="Brice SemiExpanded Bold"/>
                <a:ea typeface="Brice SemiExpanded Bold"/>
                <a:cs typeface="Brice SemiExpanded Bold"/>
                <a:sym typeface="Brice SemiExpanded Bold"/>
              </a:rPr>
              <a:t>MSGR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028700" y="3951097"/>
            <a:ext cx="2689366" cy="774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079"/>
              </a:lnSpc>
            </a:pPr>
            <a:r>
              <a:rPr lang="en-US" sz="2199" spc="109">
                <a:solidFill>
                  <a:srgbClr val="050A30"/>
                </a:solidFill>
                <a:latin typeface="Brice SemiExpanded Bold"/>
                <a:ea typeface="Brice SemiExpanded Bold"/>
                <a:cs typeface="Brice SemiExpanded Bold"/>
                <a:sym typeface="Brice SemiExpanded Bold"/>
              </a:rPr>
              <a:t>Software Development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028700" y="6203960"/>
            <a:ext cx="2689366" cy="774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079"/>
              </a:lnSpc>
            </a:pPr>
            <a:r>
              <a:rPr lang="en-US" sz="2199" spc="109">
                <a:solidFill>
                  <a:srgbClr val="050A30"/>
                </a:solidFill>
                <a:latin typeface="Brice SemiExpanded Bold"/>
                <a:ea typeface="Brice SemiExpanded Bold"/>
                <a:cs typeface="Brice SemiExpanded Bold"/>
                <a:sym typeface="Brice SemiExpanded Bold"/>
              </a:rPr>
              <a:t>Platform Design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028700" y="8736557"/>
            <a:ext cx="2689366" cy="3829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079"/>
              </a:lnSpc>
            </a:pPr>
            <a:r>
              <a:rPr lang="en-US" sz="2199" spc="109">
                <a:solidFill>
                  <a:srgbClr val="050A30"/>
                </a:solidFill>
                <a:latin typeface="Brice SemiExpanded Bold"/>
                <a:ea typeface="Brice SemiExpanded Bold"/>
                <a:cs typeface="Brice SemiExpanded Bold"/>
                <a:sym typeface="Brice SemiExpanded Bold"/>
              </a:rPr>
              <a:t>Marketing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5327588" y="2545128"/>
            <a:ext cx="1710771" cy="388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20"/>
              </a:lnSpc>
            </a:pPr>
            <a:r>
              <a:rPr lang="en-US" sz="2400">
                <a:solidFill>
                  <a:srgbClr val="050A30"/>
                </a:solidFill>
                <a:latin typeface="Clear Sans"/>
                <a:ea typeface="Clear Sans"/>
                <a:cs typeface="Clear Sans"/>
                <a:sym typeface="Clear Sans"/>
              </a:rPr>
              <a:t>1st Quarter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8678683" y="2545128"/>
            <a:ext cx="1710771" cy="388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20"/>
              </a:lnSpc>
            </a:pPr>
            <a:r>
              <a:rPr lang="en-US" sz="2400">
                <a:solidFill>
                  <a:srgbClr val="050A30"/>
                </a:solidFill>
                <a:latin typeface="Clear Sans"/>
                <a:ea typeface="Clear Sans"/>
                <a:cs typeface="Clear Sans"/>
                <a:sym typeface="Clear Sans"/>
              </a:rPr>
              <a:t>2nd Quarter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2029778" y="2545128"/>
            <a:ext cx="1710771" cy="388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20"/>
              </a:lnSpc>
            </a:pPr>
            <a:r>
              <a:rPr lang="en-US" sz="2400">
                <a:solidFill>
                  <a:srgbClr val="050A30"/>
                </a:solidFill>
                <a:latin typeface="Clear Sans"/>
                <a:ea typeface="Clear Sans"/>
                <a:cs typeface="Clear Sans"/>
                <a:sym typeface="Clear Sans"/>
              </a:rPr>
              <a:t>3rd Quarter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5380873" y="2545128"/>
            <a:ext cx="1710771" cy="388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20"/>
              </a:lnSpc>
            </a:pPr>
            <a:r>
              <a:rPr lang="en-US" sz="2400">
                <a:solidFill>
                  <a:srgbClr val="050A30"/>
                </a:solidFill>
                <a:latin typeface="Clear Sans"/>
                <a:ea typeface="Clear Sans"/>
                <a:cs typeface="Clear Sans"/>
                <a:sym typeface="Clear Sans"/>
              </a:rPr>
              <a:t>4th Quarter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028700" y="2545188"/>
            <a:ext cx="2689366" cy="388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400">
                <a:solidFill>
                  <a:srgbClr val="050A30"/>
                </a:solidFill>
                <a:latin typeface="Clear Sans"/>
                <a:ea typeface="Clear Sans"/>
                <a:cs typeface="Clear Sans"/>
                <a:sym typeface="Clear Sans"/>
              </a:rPr>
              <a:t>Teams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4794726" y="3770935"/>
            <a:ext cx="3078583" cy="291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40"/>
              </a:lnSpc>
            </a:pPr>
            <a:r>
              <a:rPr lang="en-US" sz="1800">
                <a:solidFill>
                  <a:srgbClr val="050A30"/>
                </a:solidFill>
                <a:latin typeface="Clear Sans"/>
                <a:ea typeface="Clear Sans"/>
                <a:cs typeface="Clear Sans"/>
                <a:sym typeface="Clear Sans"/>
              </a:rPr>
              <a:t>Testing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8085442" y="4667338"/>
            <a:ext cx="2954803" cy="291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40"/>
              </a:lnSpc>
            </a:pPr>
            <a:r>
              <a:rPr lang="en-US" sz="1800">
                <a:solidFill>
                  <a:srgbClr val="050A30"/>
                </a:solidFill>
                <a:latin typeface="Clear Sans"/>
                <a:ea typeface="Clear Sans"/>
                <a:cs typeface="Clear Sans"/>
                <a:sym typeface="Clear Sans"/>
              </a:rPr>
              <a:t>Deployment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5780602" y="5985264"/>
            <a:ext cx="2725258" cy="291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40"/>
              </a:lnSpc>
            </a:pPr>
            <a:r>
              <a:rPr lang="en-US" sz="1800">
                <a:solidFill>
                  <a:srgbClr val="050A30"/>
                </a:solidFill>
                <a:latin typeface="Clear Sans"/>
                <a:ea typeface="Clear Sans"/>
                <a:cs typeface="Clear Sans"/>
                <a:sym typeface="Clear Sans"/>
              </a:rPr>
              <a:t>Approve Style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7912892" y="6883924"/>
            <a:ext cx="3720752" cy="291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340"/>
              </a:lnSpc>
              <a:spcBef>
                <a:spcPct val="0"/>
              </a:spcBef>
            </a:pPr>
            <a:r>
              <a:rPr lang="en-US" sz="1800" u="none">
                <a:solidFill>
                  <a:srgbClr val="050A30"/>
                </a:solidFill>
                <a:latin typeface="Clear Sans"/>
                <a:ea typeface="Clear Sans"/>
                <a:cs typeface="Clear Sans"/>
                <a:sym typeface="Clear Sans"/>
              </a:rPr>
              <a:t>Implement Updates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0972008" y="8278808"/>
            <a:ext cx="2797446" cy="291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40"/>
              </a:lnSpc>
            </a:pPr>
            <a:r>
              <a:rPr lang="en-US" sz="1800">
                <a:solidFill>
                  <a:srgbClr val="050A30"/>
                </a:solidFill>
                <a:latin typeface="Clear Sans"/>
                <a:ea typeface="Clear Sans"/>
                <a:cs typeface="Clear Sans"/>
                <a:sym typeface="Clear Sans"/>
              </a:rPr>
              <a:t>Finalize Materials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3886157" y="9182684"/>
            <a:ext cx="2797446" cy="291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40"/>
              </a:lnSpc>
            </a:pPr>
            <a:r>
              <a:rPr lang="en-US" sz="1800">
                <a:solidFill>
                  <a:srgbClr val="050A30"/>
                </a:solidFill>
                <a:latin typeface="Clear Sans"/>
                <a:ea typeface="Clear Sans"/>
                <a:cs typeface="Clear Sans"/>
                <a:sym typeface="Clear Sans"/>
              </a:rPr>
              <a:t>Launch Campaigns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028700" y="717442"/>
            <a:ext cx="12550254" cy="812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500"/>
              </a:lnSpc>
            </a:pPr>
            <a:r>
              <a:rPr lang="en-US" sz="5000" spc="-150">
                <a:solidFill>
                  <a:srgbClr val="FFFFFF"/>
                </a:solidFill>
                <a:latin typeface="Brice SemiExpanded Bold"/>
                <a:ea typeface="Brice SemiExpanded Bold"/>
                <a:cs typeface="Brice SemiExpanded Bold"/>
                <a:sym typeface="Brice SemiExpanded Bold"/>
              </a:rPr>
              <a:t>Product Roadmap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DAHJRupBb5g</dc:identifier>
  <dcterms:modified xsi:type="dcterms:W3CDTF">2011-08-01T06:04:30Z</dcterms:modified>
  <cp:revision>1</cp:revision>
  <dc:title>App Roadmap Presentation</dc:title>
</cp:coreProperties>
</file>