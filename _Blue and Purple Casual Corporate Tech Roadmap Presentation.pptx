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Fira Sans Ultra-Bold" charset="1" panose="020B0903050000020004"/>
      <p:regular r:id="rId7"/>
    </p:embeddedFont>
    <p:embeddedFont>
      <p:font typeface="Fira Sans Medium" charset="1" panose="020B0603050000020004"/>
      <p:regular r:id="rId8"/>
    </p:embeddedFont>
    <p:embeddedFont>
      <p:font typeface="Fira Sans Semi-Bold" charset="1" panose="020B0603050000020004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42571" y="1180512"/>
            <a:ext cx="3516729" cy="572677"/>
            <a:chOff x="0" y="0"/>
            <a:chExt cx="4688972" cy="763569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1736952" y="27619"/>
              <a:ext cx="2952020" cy="6398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12"/>
                </a:lnSpc>
                <a:spcBef>
                  <a:spcPct val="0"/>
                </a:spcBef>
              </a:pPr>
              <a:r>
                <a:rPr lang="en-US" sz="2866" b="true">
                  <a:solidFill>
                    <a:srgbClr val="000000"/>
                  </a:solidFill>
                  <a:latin typeface="Fira Sans Ultra-Bold"/>
                  <a:ea typeface="Fira Sans Ultra-Bold"/>
                  <a:cs typeface="Fira Sans Ultra-Bold"/>
                  <a:sym typeface="Fira Sans Ultra-Bold"/>
                </a:rPr>
                <a:t>Tibay Tech</a:t>
              </a:r>
            </a:p>
          </p:txBody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37326" cy="763569"/>
            </a:xfrm>
            <a:custGeom>
              <a:avLst/>
              <a:gdLst/>
              <a:ahLst/>
              <a:cxnLst/>
              <a:rect r="r" b="b" t="t" l="l"/>
              <a:pathLst>
                <a:path h="763569" w="1337326">
                  <a:moveTo>
                    <a:pt x="0" y="0"/>
                  </a:moveTo>
                  <a:lnTo>
                    <a:pt x="1337326" y="0"/>
                  </a:lnTo>
                  <a:lnTo>
                    <a:pt x="1337326" y="763569"/>
                  </a:lnTo>
                  <a:lnTo>
                    <a:pt x="0" y="7635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51576" r="0" b="0"/>
              </a:stretch>
            </a:blipFill>
          </p:spPr>
        </p:sp>
      </p:grpSp>
      <p:sp>
        <p:nvSpPr>
          <p:cNvPr name="AutoShape 5" id="5"/>
          <p:cNvSpPr/>
          <p:nvPr/>
        </p:nvSpPr>
        <p:spPr>
          <a:xfrm rot="5400000">
            <a:off x="5018241" y="6641295"/>
            <a:ext cx="4386835" cy="0"/>
          </a:xfrm>
          <a:prstGeom prst="line">
            <a:avLst/>
          </a:prstGeom>
          <a:ln cap="flat" w="28575">
            <a:solidFill>
              <a:srgbClr val="CBCB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5400000">
            <a:off x="8279126" y="6634151"/>
            <a:ext cx="4343972" cy="0"/>
          </a:xfrm>
          <a:prstGeom prst="line">
            <a:avLst/>
          </a:prstGeom>
          <a:ln cap="flat" w="28575">
            <a:solidFill>
              <a:srgbClr val="CBCB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5400000">
            <a:off x="11584873" y="6634151"/>
            <a:ext cx="4343972" cy="0"/>
          </a:xfrm>
          <a:prstGeom prst="line">
            <a:avLst/>
          </a:prstGeom>
          <a:ln cap="flat" w="28575">
            <a:solidFill>
              <a:srgbClr val="CBCB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5400000">
            <a:off x="14886701" y="6634151"/>
            <a:ext cx="4343972" cy="0"/>
          </a:xfrm>
          <a:prstGeom prst="line">
            <a:avLst/>
          </a:prstGeom>
          <a:ln cap="flat" w="28575">
            <a:solidFill>
              <a:srgbClr val="CBCB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rot="5400000">
            <a:off x="1723939" y="6648439"/>
            <a:ext cx="4372547" cy="0"/>
          </a:xfrm>
          <a:prstGeom prst="line">
            <a:avLst/>
          </a:prstGeom>
          <a:ln cap="flat" w="28575">
            <a:solidFill>
              <a:srgbClr val="CBCB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rot="0">
            <a:off x="3910212" y="4462165"/>
            <a:ext cx="4018582" cy="457210"/>
          </a:xfrm>
          <a:prstGeom prst="rect">
            <a:avLst/>
          </a:prstGeom>
          <a:solidFill>
            <a:srgbClr val="86C7ED"/>
          </a:solidFill>
        </p:spPr>
      </p:sp>
      <p:sp>
        <p:nvSpPr>
          <p:cNvPr name="AutoShape 11" id="11"/>
          <p:cNvSpPr/>
          <p:nvPr/>
        </p:nvSpPr>
        <p:spPr>
          <a:xfrm rot="0">
            <a:off x="4945307" y="5910156"/>
            <a:ext cx="4018582" cy="457210"/>
          </a:xfrm>
          <a:prstGeom prst="rect">
            <a:avLst/>
          </a:prstGeom>
          <a:solidFill>
            <a:srgbClr val="86C7ED"/>
          </a:solidFill>
        </p:spPr>
      </p:sp>
      <p:sp>
        <p:nvSpPr>
          <p:cNvPr name="AutoShape 12" id="12"/>
          <p:cNvSpPr/>
          <p:nvPr/>
        </p:nvSpPr>
        <p:spPr>
          <a:xfrm rot="0">
            <a:off x="9752565" y="7372434"/>
            <a:ext cx="4640882" cy="457210"/>
          </a:xfrm>
          <a:prstGeom prst="rect">
            <a:avLst/>
          </a:prstGeom>
          <a:solidFill>
            <a:srgbClr val="86C7ED"/>
          </a:solidFill>
        </p:spPr>
      </p:sp>
      <p:sp>
        <p:nvSpPr>
          <p:cNvPr name="AutoShape 13" id="13"/>
          <p:cNvSpPr/>
          <p:nvPr/>
        </p:nvSpPr>
        <p:spPr>
          <a:xfrm rot="0">
            <a:off x="7201926" y="4893922"/>
            <a:ext cx="4650585" cy="508117"/>
          </a:xfrm>
          <a:prstGeom prst="rect">
            <a:avLst/>
          </a:prstGeom>
          <a:solidFill>
            <a:srgbClr val="3886E1"/>
          </a:solidFill>
        </p:spPr>
      </p:sp>
      <p:sp>
        <p:nvSpPr>
          <p:cNvPr name="AutoShape 14" id="14"/>
          <p:cNvSpPr/>
          <p:nvPr/>
        </p:nvSpPr>
        <p:spPr>
          <a:xfrm rot="0">
            <a:off x="6325626" y="6341913"/>
            <a:ext cx="4650585" cy="508117"/>
          </a:xfrm>
          <a:prstGeom prst="rect">
            <a:avLst/>
          </a:prstGeom>
          <a:solidFill>
            <a:srgbClr val="3886E1"/>
          </a:solidFill>
        </p:spPr>
      </p:sp>
      <p:sp>
        <p:nvSpPr>
          <p:cNvPr name="AutoShape 15" id="15"/>
          <p:cNvSpPr/>
          <p:nvPr/>
        </p:nvSpPr>
        <p:spPr>
          <a:xfrm rot="0">
            <a:off x="12789926" y="7804191"/>
            <a:ext cx="3636398" cy="508117"/>
          </a:xfrm>
          <a:prstGeom prst="rect">
            <a:avLst/>
          </a:prstGeom>
          <a:solidFill>
            <a:srgbClr val="3886E1"/>
          </a:solidFill>
        </p:spPr>
      </p:sp>
      <p:sp>
        <p:nvSpPr>
          <p:cNvPr name="TextBox 16" id="16"/>
          <p:cNvSpPr txBox="true"/>
          <p:nvPr/>
        </p:nvSpPr>
        <p:spPr>
          <a:xfrm rot="0">
            <a:off x="1028700" y="4871085"/>
            <a:ext cx="2200210" cy="69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60"/>
              </a:lnSpc>
              <a:spcBef>
                <a:spcPct val="0"/>
              </a:spcBef>
            </a:pPr>
            <a:r>
              <a:rPr lang="en-US" b="true" sz="2400" u="none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Software Development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6252257"/>
            <a:ext cx="2200210" cy="69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400" b="true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Platform</a:t>
            </a:r>
          </a:p>
          <a:p>
            <a:pPr algn="l">
              <a:lnSpc>
                <a:spcPts val="2760"/>
              </a:lnSpc>
            </a:pPr>
            <a:r>
              <a:rPr lang="en-US" sz="2400" b="true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Design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7929166"/>
            <a:ext cx="2200210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6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Marketing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089123" y="4518423"/>
            <a:ext cx="3635423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9"/>
              </a:lnSpc>
              <a:spcBef>
                <a:spcPct val="0"/>
              </a:spcBef>
            </a:pPr>
            <a:r>
              <a:rPr lang="en-US" b="true" sz="1799" spc="8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Testing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124218" y="5966414"/>
            <a:ext cx="3635423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9"/>
              </a:lnSpc>
              <a:spcBef>
                <a:spcPct val="0"/>
              </a:spcBef>
            </a:pPr>
            <a:r>
              <a:rPr lang="en-US" b="true" sz="1799" spc="8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Approve Style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931476" y="7428692"/>
            <a:ext cx="4257723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9"/>
              </a:lnSpc>
              <a:spcBef>
                <a:spcPct val="0"/>
              </a:spcBef>
            </a:pPr>
            <a:r>
              <a:rPr lang="en-US" b="true" sz="1799" spc="8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Finalize Materials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444964" y="4961747"/>
            <a:ext cx="4120532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9"/>
              </a:lnSpc>
              <a:spcBef>
                <a:spcPct val="0"/>
              </a:spcBef>
            </a:pPr>
            <a:r>
              <a:rPr lang="en-US" b="true" sz="1799" spc="8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Deployment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568664" y="6409737"/>
            <a:ext cx="4120532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9"/>
              </a:lnSpc>
              <a:spcBef>
                <a:spcPct val="0"/>
              </a:spcBef>
            </a:pPr>
            <a:r>
              <a:rPr lang="en-US" b="true" sz="1799" spc="8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Implement Updates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032964" y="7872016"/>
            <a:ext cx="3091832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9"/>
              </a:lnSpc>
              <a:spcBef>
                <a:spcPct val="0"/>
              </a:spcBef>
            </a:pPr>
            <a:r>
              <a:rPr lang="en-US" b="true" sz="1799" spc="8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Launch Campaigns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2956469"/>
            <a:ext cx="1864340" cy="477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79"/>
              </a:lnSpc>
              <a:spcBef>
                <a:spcPct val="0"/>
              </a:spcBef>
            </a:pPr>
            <a:r>
              <a:rPr lang="en-US" b="true" sz="3199" u="none">
                <a:solidFill>
                  <a:srgbClr val="1836B2"/>
                </a:solidFill>
                <a:latin typeface="Fira Sans Semi-Bold"/>
                <a:ea typeface="Fira Sans Semi-Bold"/>
                <a:cs typeface="Fira Sans Semi-Bold"/>
                <a:sym typeface="Fira Sans Semi-Bold"/>
              </a:rPr>
              <a:t>Teams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8700" y="1028700"/>
            <a:ext cx="11851795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9"/>
              </a:lnSpc>
            </a:pPr>
            <a:r>
              <a:rPr lang="en-US" sz="5799" b="true">
                <a:solidFill>
                  <a:srgbClr val="1836B2"/>
                </a:solidFill>
                <a:latin typeface="Fira Sans Ultra-Bold"/>
                <a:ea typeface="Fira Sans Ultra-Bold"/>
                <a:cs typeface="Fira Sans Ultra-Bold"/>
                <a:sym typeface="Fira Sans Ultra-Bold"/>
              </a:rPr>
              <a:t>PRODUCT ROADMAP</a:t>
            </a:r>
          </a:p>
        </p:txBody>
      </p:sp>
      <p:sp>
        <p:nvSpPr>
          <p:cNvPr name="AutoShape 27" id="27"/>
          <p:cNvSpPr/>
          <p:nvPr/>
        </p:nvSpPr>
        <p:spPr>
          <a:xfrm rot="0">
            <a:off x="3895925" y="5895869"/>
            <a:ext cx="13177050" cy="0"/>
          </a:xfrm>
          <a:prstGeom prst="line">
            <a:avLst/>
          </a:prstGeom>
          <a:ln cap="flat" w="28575">
            <a:solidFill>
              <a:srgbClr val="CBCB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rot="0">
            <a:off x="3895925" y="7358147"/>
            <a:ext cx="13177050" cy="0"/>
          </a:xfrm>
          <a:prstGeom prst="line">
            <a:avLst/>
          </a:prstGeom>
          <a:ln cap="flat" w="28575">
            <a:solidFill>
              <a:srgbClr val="CBCB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 rot="0">
            <a:off x="3895925" y="8820425"/>
            <a:ext cx="13177050" cy="0"/>
          </a:xfrm>
          <a:prstGeom prst="line">
            <a:avLst/>
          </a:prstGeom>
          <a:ln cap="flat" w="28575">
            <a:solidFill>
              <a:srgbClr val="CBCB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 rot="0">
            <a:off x="3910212" y="4462165"/>
            <a:ext cx="13148475" cy="0"/>
          </a:xfrm>
          <a:prstGeom prst="line">
            <a:avLst/>
          </a:prstGeom>
          <a:ln cap="flat" w="28575">
            <a:solidFill>
              <a:srgbClr val="CBCBC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1" id="31"/>
          <p:cNvGrpSpPr/>
          <p:nvPr/>
        </p:nvGrpSpPr>
        <p:grpSpPr>
          <a:xfrm rot="0">
            <a:off x="3654934" y="2767686"/>
            <a:ext cx="3796101" cy="845562"/>
            <a:chOff x="0" y="0"/>
            <a:chExt cx="24117736" cy="53721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4117736" cy="5372100"/>
            </a:xfrm>
            <a:custGeom>
              <a:avLst/>
              <a:gdLst/>
              <a:ahLst/>
              <a:cxnLst/>
              <a:rect r="r" b="b" t="t" l="l"/>
              <a:pathLst>
                <a:path h="5372100" w="24117736">
                  <a:moveTo>
                    <a:pt x="22567066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22567066" y="5372100"/>
                  </a:lnTo>
                  <a:lnTo>
                    <a:pt x="24117736" y="2686050"/>
                  </a:lnTo>
                  <a:lnTo>
                    <a:pt x="22567066" y="0"/>
                  </a:lnTo>
                  <a:close/>
                </a:path>
              </a:pathLst>
            </a:custGeom>
            <a:solidFill>
              <a:srgbClr val="A066CB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6954598" y="2767686"/>
            <a:ext cx="3796101" cy="845562"/>
            <a:chOff x="0" y="0"/>
            <a:chExt cx="24117736" cy="53721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4117736" cy="5372100"/>
            </a:xfrm>
            <a:custGeom>
              <a:avLst/>
              <a:gdLst/>
              <a:ahLst/>
              <a:cxnLst/>
              <a:rect r="r" b="b" t="t" l="l"/>
              <a:pathLst>
                <a:path h="5372100" w="24117736">
                  <a:moveTo>
                    <a:pt x="22567066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22567066" y="5372100"/>
                  </a:lnTo>
                  <a:lnTo>
                    <a:pt x="24117736" y="2686050"/>
                  </a:lnTo>
                  <a:lnTo>
                    <a:pt x="22567066" y="0"/>
                  </a:lnTo>
                  <a:close/>
                </a:path>
              </a:pathLst>
            </a:custGeom>
            <a:solidFill>
              <a:srgbClr val="1836B2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211604" y="2767686"/>
            <a:ext cx="3796101" cy="845562"/>
            <a:chOff x="0" y="0"/>
            <a:chExt cx="24117736" cy="53721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4117736" cy="5372100"/>
            </a:xfrm>
            <a:custGeom>
              <a:avLst/>
              <a:gdLst/>
              <a:ahLst/>
              <a:cxnLst/>
              <a:rect r="r" b="b" t="t" l="l"/>
              <a:pathLst>
                <a:path h="5372100" w="24117736">
                  <a:moveTo>
                    <a:pt x="22567066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22567066" y="5372100"/>
                  </a:lnTo>
                  <a:lnTo>
                    <a:pt x="24117736" y="2686050"/>
                  </a:lnTo>
                  <a:lnTo>
                    <a:pt x="22567066" y="0"/>
                  </a:lnTo>
                  <a:close/>
                </a:path>
              </a:pathLst>
            </a:custGeom>
            <a:solidFill>
              <a:srgbClr val="A066CB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3514540" y="2767686"/>
            <a:ext cx="3796101" cy="845562"/>
            <a:chOff x="0" y="0"/>
            <a:chExt cx="24117736" cy="53721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4117736" cy="5372100"/>
            </a:xfrm>
            <a:custGeom>
              <a:avLst/>
              <a:gdLst/>
              <a:ahLst/>
              <a:cxnLst/>
              <a:rect r="r" b="b" t="t" l="l"/>
              <a:pathLst>
                <a:path h="5372100" w="24117736">
                  <a:moveTo>
                    <a:pt x="22567066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22567066" y="5372100"/>
                  </a:lnTo>
                  <a:lnTo>
                    <a:pt x="24117736" y="2686050"/>
                  </a:lnTo>
                  <a:lnTo>
                    <a:pt x="22567066" y="0"/>
                  </a:lnTo>
                  <a:close/>
                </a:path>
              </a:pathLst>
            </a:custGeom>
            <a:solidFill>
              <a:srgbClr val="1836B2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4372586" y="2943180"/>
            <a:ext cx="2372690" cy="477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79"/>
              </a:lnSpc>
              <a:spcBef>
                <a:spcPct val="0"/>
              </a:spcBef>
            </a:pPr>
            <a:r>
              <a:rPr lang="en-US" b="true" sz="3199" u="none">
                <a:solidFill>
                  <a:srgbClr val="FFFFFF"/>
                </a:solidFill>
                <a:latin typeface="Fira Sans Semi-Bold"/>
                <a:ea typeface="Fira Sans Semi-Bold"/>
                <a:cs typeface="Fira Sans Semi-Bold"/>
                <a:sym typeface="Fira Sans Semi-Bold"/>
              </a:rPr>
              <a:t>1st Quarter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556354" y="2956469"/>
            <a:ext cx="2372690" cy="477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79"/>
              </a:lnSpc>
              <a:spcBef>
                <a:spcPct val="0"/>
              </a:spcBef>
            </a:pPr>
            <a:r>
              <a:rPr lang="en-US" b="true" sz="3199" u="none">
                <a:solidFill>
                  <a:srgbClr val="FFFFFF"/>
                </a:solidFill>
                <a:latin typeface="Fira Sans Semi-Bold"/>
                <a:ea typeface="Fira Sans Semi-Bold"/>
                <a:cs typeface="Fira Sans Semi-Bold"/>
                <a:sym typeface="Fira Sans Semi-Bold"/>
              </a:rPr>
              <a:t>2nd Quarter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750699" y="2956469"/>
            <a:ext cx="2372690" cy="477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79"/>
              </a:lnSpc>
              <a:spcBef>
                <a:spcPct val="0"/>
              </a:spcBef>
            </a:pPr>
            <a:r>
              <a:rPr lang="en-US" b="true" sz="3199" u="none">
                <a:solidFill>
                  <a:srgbClr val="FFFFFF"/>
                </a:solidFill>
                <a:latin typeface="Fira Sans Semi-Bold"/>
                <a:ea typeface="Fira Sans Semi-Bold"/>
                <a:cs typeface="Fira Sans Semi-Bold"/>
                <a:sym typeface="Fira Sans Semi-Bold"/>
              </a:rPr>
              <a:t>3rd Quarter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4053634" y="2956469"/>
            <a:ext cx="2372690" cy="477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79"/>
              </a:lnSpc>
              <a:spcBef>
                <a:spcPct val="0"/>
              </a:spcBef>
            </a:pPr>
            <a:r>
              <a:rPr lang="en-US" b="true" sz="3199">
                <a:solidFill>
                  <a:srgbClr val="FFFFFF"/>
                </a:solidFill>
                <a:latin typeface="Fira Sans Semi-Bold"/>
                <a:ea typeface="Fira Sans Semi-Bold"/>
                <a:cs typeface="Fira Sans Semi-Bold"/>
                <a:sym typeface="Fira Sans Semi-Bold"/>
              </a:rPr>
              <a:t>4th Quarter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DAHJRw1CyjM</dc:identifier>
  <dcterms:modified xsi:type="dcterms:W3CDTF">2011-08-01T06:04:30Z</dcterms:modified>
  <cp:revision>1</cp:revision>
  <dc:title> Blue and Purple Casual Corporate Tech Roadmap Presentation</dc:title>
</cp:coreProperties>
</file>